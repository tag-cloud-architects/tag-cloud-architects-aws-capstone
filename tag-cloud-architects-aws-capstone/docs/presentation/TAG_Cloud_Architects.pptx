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7" r:id="rId4"/>
    <p:sldId id="259" r:id="rId5"/>
    <p:sldId id="269" r:id="rId6"/>
    <p:sldId id="271" r:id="rId7"/>
    <p:sldId id="272" r:id="rId8"/>
    <p:sldId id="265" r:id="rId9"/>
    <p:sldId id="260" r:id="rId10"/>
    <p:sldId id="261" r:id="rId11"/>
    <p:sldId id="266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87938" autoAdjust="0"/>
  </p:normalViewPr>
  <p:slideViewPr>
    <p:cSldViewPr snapToGrid="0" snapToObjects="1">
      <p:cViewPr>
        <p:scale>
          <a:sx n="48" d="100"/>
          <a:sy n="48" d="100"/>
        </p:scale>
        <p:origin x="2076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851D88-259C-4DFA-BF3E-5B9C75135C3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AE2CDFA-F456-4871-A47F-02504DC9A8FF}">
      <dgm:prSet/>
      <dgm:spPr/>
      <dgm:t>
        <a:bodyPr/>
        <a:lstStyle/>
        <a:p>
          <a:r>
            <a:rPr lang="en-US" b="1" dirty="0"/>
            <a:t>TS</a:t>
          </a:r>
        </a:p>
      </dgm:t>
    </dgm:pt>
    <dgm:pt modelId="{D017BABB-DBEF-4172-ACCC-ED088FF1E4FA}" type="parTrans" cxnId="{74D7B161-A24E-42D4-BD90-9F5E4D592506}">
      <dgm:prSet/>
      <dgm:spPr/>
      <dgm:t>
        <a:bodyPr/>
        <a:lstStyle/>
        <a:p>
          <a:endParaRPr lang="en-US" b="1"/>
        </a:p>
      </dgm:t>
    </dgm:pt>
    <dgm:pt modelId="{7A0F86FC-5DC1-43F3-A4D5-62B3A2F8548F}" type="sibTrans" cxnId="{74D7B161-A24E-42D4-BD90-9F5E4D592506}">
      <dgm:prSet/>
      <dgm:spPr/>
      <dgm:t>
        <a:bodyPr/>
        <a:lstStyle/>
        <a:p>
          <a:endParaRPr lang="en-US" b="1"/>
        </a:p>
      </dgm:t>
    </dgm:pt>
    <dgm:pt modelId="{48BBDCFF-9408-49C0-B489-03FE02B7DA0F}">
      <dgm:prSet/>
      <dgm:spPr/>
      <dgm:t>
        <a:bodyPr/>
        <a:lstStyle/>
        <a:p>
          <a:r>
            <a:rPr lang="en-US" b="1" dirty="0"/>
            <a:t>AH</a:t>
          </a:r>
        </a:p>
      </dgm:t>
    </dgm:pt>
    <dgm:pt modelId="{BC0DB9D8-86BE-4400-BCC2-0ACFBF9F2884}" type="parTrans" cxnId="{82395612-633B-4915-BA08-0A669056813F}">
      <dgm:prSet/>
      <dgm:spPr/>
      <dgm:t>
        <a:bodyPr/>
        <a:lstStyle/>
        <a:p>
          <a:endParaRPr lang="en-US" b="1"/>
        </a:p>
      </dgm:t>
    </dgm:pt>
    <dgm:pt modelId="{0C34A544-8616-447C-B3FD-7F6F8BAAD584}" type="sibTrans" cxnId="{82395612-633B-4915-BA08-0A669056813F}">
      <dgm:prSet/>
      <dgm:spPr/>
      <dgm:t>
        <a:bodyPr/>
        <a:lstStyle/>
        <a:p>
          <a:endParaRPr lang="en-US" b="1"/>
        </a:p>
      </dgm:t>
    </dgm:pt>
    <dgm:pt modelId="{A1FD2425-4FB3-4226-BC2D-0854FD63A62C}">
      <dgm:prSet/>
      <dgm:spPr/>
      <dgm:t>
        <a:bodyPr/>
        <a:lstStyle/>
        <a:p>
          <a:r>
            <a:rPr lang="en-US" b="1" dirty="0"/>
            <a:t>GO</a:t>
          </a:r>
        </a:p>
      </dgm:t>
    </dgm:pt>
    <dgm:pt modelId="{9871583F-403B-4176-8B92-E902E2668A26}" type="parTrans" cxnId="{556BD493-43FE-4849-93F7-05CEA8757949}">
      <dgm:prSet/>
      <dgm:spPr/>
      <dgm:t>
        <a:bodyPr/>
        <a:lstStyle/>
        <a:p>
          <a:endParaRPr lang="en-US" b="1"/>
        </a:p>
      </dgm:t>
    </dgm:pt>
    <dgm:pt modelId="{3C3CB8F1-9AE6-4F29-BA64-A59D529F9F74}" type="sibTrans" cxnId="{556BD493-43FE-4849-93F7-05CEA8757949}">
      <dgm:prSet/>
      <dgm:spPr/>
      <dgm:t>
        <a:bodyPr/>
        <a:lstStyle/>
        <a:p>
          <a:endParaRPr lang="en-US" b="1"/>
        </a:p>
      </dgm:t>
    </dgm:pt>
    <dgm:pt modelId="{5239FEBE-DFF8-4B28-A13B-24DB7B0FCC48}" type="pres">
      <dgm:prSet presAssocID="{99851D88-259C-4DFA-BF3E-5B9C75135C3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8BE4D11-FA0D-429D-8766-2FFC8EE078BE}" type="pres">
      <dgm:prSet presAssocID="{BAE2CDFA-F456-4871-A47F-02504DC9A8FF}" presName="hierRoot1" presStyleCnt="0"/>
      <dgm:spPr/>
    </dgm:pt>
    <dgm:pt modelId="{01F9F82D-7A1D-4427-B2CB-E578944F000E}" type="pres">
      <dgm:prSet presAssocID="{BAE2CDFA-F456-4871-A47F-02504DC9A8FF}" presName="composite" presStyleCnt="0"/>
      <dgm:spPr/>
    </dgm:pt>
    <dgm:pt modelId="{5097C84F-8E51-4CC4-8245-5C7E6572C377}" type="pres">
      <dgm:prSet presAssocID="{BAE2CDFA-F456-4871-A47F-02504DC9A8FF}" presName="background" presStyleLbl="node0" presStyleIdx="0" presStyleCnt="3"/>
      <dgm:spPr/>
    </dgm:pt>
    <dgm:pt modelId="{038EAA07-2B42-4DAA-88A8-93C5324D9816}" type="pres">
      <dgm:prSet presAssocID="{BAE2CDFA-F456-4871-A47F-02504DC9A8FF}" presName="text" presStyleLbl="fgAcc0" presStyleIdx="0" presStyleCnt="3" custLinFactNeighborY="-22466">
        <dgm:presLayoutVars>
          <dgm:chPref val="3"/>
        </dgm:presLayoutVars>
      </dgm:prSet>
      <dgm:spPr/>
    </dgm:pt>
    <dgm:pt modelId="{08F7EDF4-0E85-4A55-9A89-4A20E8B62221}" type="pres">
      <dgm:prSet presAssocID="{BAE2CDFA-F456-4871-A47F-02504DC9A8FF}" presName="hierChild2" presStyleCnt="0"/>
      <dgm:spPr/>
    </dgm:pt>
    <dgm:pt modelId="{F3E01AC7-6FFB-4891-B38D-FC116C60FFF4}" type="pres">
      <dgm:prSet presAssocID="{48BBDCFF-9408-49C0-B489-03FE02B7DA0F}" presName="hierRoot1" presStyleCnt="0"/>
      <dgm:spPr/>
    </dgm:pt>
    <dgm:pt modelId="{5FD99AD6-4D0F-46CC-9AC4-456BC4D5C1CF}" type="pres">
      <dgm:prSet presAssocID="{48BBDCFF-9408-49C0-B489-03FE02B7DA0F}" presName="composite" presStyleCnt="0"/>
      <dgm:spPr/>
    </dgm:pt>
    <dgm:pt modelId="{FF1EFAA4-6930-418B-8AF8-7D05E9723D0F}" type="pres">
      <dgm:prSet presAssocID="{48BBDCFF-9408-49C0-B489-03FE02B7DA0F}" presName="background" presStyleLbl="node0" presStyleIdx="1" presStyleCnt="3"/>
      <dgm:spPr/>
    </dgm:pt>
    <dgm:pt modelId="{EF3BB4A6-8C61-4F58-B55B-D0A6BA6736FC}" type="pres">
      <dgm:prSet presAssocID="{48BBDCFF-9408-49C0-B489-03FE02B7DA0F}" presName="text" presStyleLbl="fgAcc0" presStyleIdx="1" presStyleCnt="3" custLinFactNeighborY="-22466">
        <dgm:presLayoutVars>
          <dgm:chPref val="3"/>
        </dgm:presLayoutVars>
      </dgm:prSet>
      <dgm:spPr/>
    </dgm:pt>
    <dgm:pt modelId="{E5782341-FF4B-4F66-9651-ABA84FC9F3F4}" type="pres">
      <dgm:prSet presAssocID="{48BBDCFF-9408-49C0-B489-03FE02B7DA0F}" presName="hierChild2" presStyleCnt="0"/>
      <dgm:spPr/>
    </dgm:pt>
    <dgm:pt modelId="{B03BADD3-B9C6-489B-911A-99FD8D8F4E42}" type="pres">
      <dgm:prSet presAssocID="{A1FD2425-4FB3-4226-BC2D-0854FD63A62C}" presName="hierRoot1" presStyleCnt="0"/>
      <dgm:spPr/>
    </dgm:pt>
    <dgm:pt modelId="{B3FF3738-ABE5-4193-A814-64C05D301402}" type="pres">
      <dgm:prSet presAssocID="{A1FD2425-4FB3-4226-BC2D-0854FD63A62C}" presName="composite" presStyleCnt="0"/>
      <dgm:spPr/>
    </dgm:pt>
    <dgm:pt modelId="{4DE6A851-7869-4E4E-8C46-FD03DCEDC3F4}" type="pres">
      <dgm:prSet presAssocID="{A1FD2425-4FB3-4226-BC2D-0854FD63A62C}" presName="background" presStyleLbl="node0" presStyleIdx="2" presStyleCnt="3"/>
      <dgm:spPr/>
    </dgm:pt>
    <dgm:pt modelId="{4946145A-DBCB-4229-81E6-FAEBA07C3734}" type="pres">
      <dgm:prSet presAssocID="{A1FD2425-4FB3-4226-BC2D-0854FD63A62C}" presName="text" presStyleLbl="fgAcc0" presStyleIdx="2" presStyleCnt="3" custScaleX="118813" custScaleY="104945" custLinFactNeighborY="-27946">
        <dgm:presLayoutVars>
          <dgm:chPref val="3"/>
        </dgm:presLayoutVars>
      </dgm:prSet>
      <dgm:spPr/>
    </dgm:pt>
    <dgm:pt modelId="{2EDB6ADE-F6D7-4656-85B5-4E230A5F52BD}" type="pres">
      <dgm:prSet presAssocID="{A1FD2425-4FB3-4226-BC2D-0854FD63A62C}" presName="hierChild2" presStyleCnt="0"/>
      <dgm:spPr/>
    </dgm:pt>
  </dgm:ptLst>
  <dgm:cxnLst>
    <dgm:cxn modelId="{82395612-633B-4915-BA08-0A669056813F}" srcId="{99851D88-259C-4DFA-BF3E-5B9C75135C34}" destId="{48BBDCFF-9408-49C0-B489-03FE02B7DA0F}" srcOrd="1" destOrd="0" parTransId="{BC0DB9D8-86BE-4400-BCC2-0ACFBF9F2884}" sibTransId="{0C34A544-8616-447C-B3FD-7F6F8BAAD584}"/>
    <dgm:cxn modelId="{74D7B161-A24E-42D4-BD90-9F5E4D592506}" srcId="{99851D88-259C-4DFA-BF3E-5B9C75135C34}" destId="{BAE2CDFA-F456-4871-A47F-02504DC9A8FF}" srcOrd="0" destOrd="0" parTransId="{D017BABB-DBEF-4172-ACCC-ED088FF1E4FA}" sibTransId="{7A0F86FC-5DC1-43F3-A4D5-62B3A2F8548F}"/>
    <dgm:cxn modelId="{24AC1D54-FA8C-4181-8639-BDBCC1D68E67}" type="presOf" srcId="{BAE2CDFA-F456-4871-A47F-02504DC9A8FF}" destId="{038EAA07-2B42-4DAA-88A8-93C5324D9816}" srcOrd="0" destOrd="0" presId="urn:microsoft.com/office/officeart/2005/8/layout/hierarchy1"/>
    <dgm:cxn modelId="{556BD493-43FE-4849-93F7-05CEA8757949}" srcId="{99851D88-259C-4DFA-BF3E-5B9C75135C34}" destId="{A1FD2425-4FB3-4226-BC2D-0854FD63A62C}" srcOrd="2" destOrd="0" parTransId="{9871583F-403B-4176-8B92-E902E2668A26}" sibTransId="{3C3CB8F1-9AE6-4F29-BA64-A59D529F9F74}"/>
    <dgm:cxn modelId="{E925BA99-D3DB-48E7-903C-0FCA83DA3F71}" type="presOf" srcId="{99851D88-259C-4DFA-BF3E-5B9C75135C34}" destId="{5239FEBE-DFF8-4B28-A13B-24DB7B0FCC48}" srcOrd="0" destOrd="0" presId="urn:microsoft.com/office/officeart/2005/8/layout/hierarchy1"/>
    <dgm:cxn modelId="{49DCE2D0-761B-4EFD-98F3-189D5C070E02}" type="presOf" srcId="{A1FD2425-4FB3-4226-BC2D-0854FD63A62C}" destId="{4946145A-DBCB-4229-81E6-FAEBA07C3734}" srcOrd="0" destOrd="0" presId="urn:microsoft.com/office/officeart/2005/8/layout/hierarchy1"/>
    <dgm:cxn modelId="{B00D28E0-7932-4711-9D6D-0F8C839AC617}" type="presOf" srcId="{48BBDCFF-9408-49C0-B489-03FE02B7DA0F}" destId="{EF3BB4A6-8C61-4F58-B55B-D0A6BA6736FC}" srcOrd="0" destOrd="0" presId="urn:microsoft.com/office/officeart/2005/8/layout/hierarchy1"/>
    <dgm:cxn modelId="{EC439790-7C7D-47FC-8923-8409B939D81E}" type="presParOf" srcId="{5239FEBE-DFF8-4B28-A13B-24DB7B0FCC48}" destId="{D8BE4D11-FA0D-429D-8766-2FFC8EE078BE}" srcOrd="0" destOrd="0" presId="urn:microsoft.com/office/officeart/2005/8/layout/hierarchy1"/>
    <dgm:cxn modelId="{E1EB3A6B-CDD5-4F0C-87E8-75E1E66B012D}" type="presParOf" srcId="{D8BE4D11-FA0D-429D-8766-2FFC8EE078BE}" destId="{01F9F82D-7A1D-4427-B2CB-E578944F000E}" srcOrd="0" destOrd="0" presId="urn:microsoft.com/office/officeart/2005/8/layout/hierarchy1"/>
    <dgm:cxn modelId="{073D1D46-EFBF-4009-91AC-4923B410840B}" type="presParOf" srcId="{01F9F82D-7A1D-4427-B2CB-E578944F000E}" destId="{5097C84F-8E51-4CC4-8245-5C7E6572C377}" srcOrd="0" destOrd="0" presId="urn:microsoft.com/office/officeart/2005/8/layout/hierarchy1"/>
    <dgm:cxn modelId="{22E4DEDF-2BD7-40B1-B52E-F0A7512C51D7}" type="presParOf" srcId="{01F9F82D-7A1D-4427-B2CB-E578944F000E}" destId="{038EAA07-2B42-4DAA-88A8-93C5324D9816}" srcOrd="1" destOrd="0" presId="urn:microsoft.com/office/officeart/2005/8/layout/hierarchy1"/>
    <dgm:cxn modelId="{318B8181-C1B8-424B-A526-F9397F4B3E9C}" type="presParOf" srcId="{D8BE4D11-FA0D-429D-8766-2FFC8EE078BE}" destId="{08F7EDF4-0E85-4A55-9A89-4A20E8B62221}" srcOrd="1" destOrd="0" presId="urn:microsoft.com/office/officeart/2005/8/layout/hierarchy1"/>
    <dgm:cxn modelId="{6178B942-FFA8-4EC8-BCF7-A2E21B182759}" type="presParOf" srcId="{5239FEBE-DFF8-4B28-A13B-24DB7B0FCC48}" destId="{F3E01AC7-6FFB-4891-B38D-FC116C60FFF4}" srcOrd="1" destOrd="0" presId="urn:microsoft.com/office/officeart/2005/8/layout/hierarchy1"/>
    <dgm:cxn modelId="{2212200A-BF53-4119-8496-BB18A631273C}" type="presParOf" srcId="{F3E01AC7-6FFB-4891-B38D-FC116C60FFF4}" destId="{5FD99AD6-4D0F-46CC-9AC4-456BC4D5C1CF}" srcOrd="0" destOrd="0" presId="urn:microsoft.com/office/officeart/2005/8/layout/hierarchy1"/>
    <dgm:cxn modelId="{C90E6F64-D937-4CCF-A70E-EBEFE0ABB434}" type="presParOf" srcId="{5FD99AD6-4D0F-46CC-9AC4-456BC4D5C1CF}" destId="{FF1EFAA4-6930-418B-8AF8-7D05E9723D0F}" srcOrd="0" destOrd="0" presId="urn:microsoft.com/office/officeart/2005/8/layout/hierarchy1"/>
    <dgm:cxn modelId="{CBC2A389-F551-4A62-A5B9-A891976F375B}" type="presParOf" srcId="{5FD99AD6-4D0F-46CC-9AC4-456BC4D5C1CF}" destId="{EF3BB4A6-8C61-4F58-B55B-D0A6BA6736FC}" srcOrd="1" destOrd="0" presId="urn:microsoft.com/office/officeart/2005/8/layout/hierarchy1"/>
    <dgm:cxn modelId="{EA069E35-6190-4CA2-A09B-7BF0E1099133}" type="presParOf" srcId="{F3E01AC7-6FFB-4891-B38D-FC116C60FFF4}" destId="{E5782341-FF4B-4F66-9651-ABA84FC9F3F4}" srcOrd="1" destOrd="0" presId="urn:microsoft.com/office/officeart/2005/8/layout/hierarchy1"/>
    <dgm:cxn modelId="{6A97ACD4-E175-474D-AC45-509B00C6B129}" type="presParOf" srcId="{5239FEBE-DFF8-4B28-A13B-24DB7B0FCC48}" destId="{B03BADD3-B9C6-489B-911A-99FD8D8F4E42}" srcOrd="2" destOrd="0" presId="urn:microsoft.com/office/officeart/2005/8/layout/hierarchy1"/>
    <dgm:cxn modelId="{61011D7B-EB50-477A-AD54-FAC9250679FB}" type="presParOf" srcId="{B03BADD3-B9C6-489B-911A-99FD8D8F4E42}" destId="{B3FF3738-ABE5-4193-A814-64C05D301402}" srcOrd="0" destOrd="0" presId="urn:microsoft.com/office/officeart/2005/8/layout/hierarchy1"/>
    <dgm:cxn modelId="{24DC3008-3EBE-455A-A1BA-98AF13994706}" type="presParOf" srcId="{B3FF3738-ABE5-4193-A814-64C05D301402}" destId="{4DE6A851-7869-4E4E-8C46-FD03DCEDC3F4}" srcOrd="0" destOrd="0" presId="urn:microsoft.com/office/officeart/2005/8/layout/hierarchy1"/>
    <dgm:cxn modelId="{F1162278-3372-47D5-888D-8BD678706903}" type="presParOf" srcId="{B3FF3738-ABE5-4193-A814-64C05D301402}" destId="{4946145A-DBCB-4229-81E6-FAEBA07C3734}" srcOrd="1" destOrd="0" presId="urn:microsoft.com/office/officeart/2005/8/layout/hierarchy1"/>
    <dgm:cxn modelId="{0B453D2A-C172-4B0D-B03B-1E401BF69B1B}" type="presParOf" srcId="{B03BADD3-B9C6-489B-911A-99FD8D8F4E42}" destId="{2EDB6ADE-F6D7-4656-85B5-4E230A5F52B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50CEDF-3AD7-423E-B405-16969A5637F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D11A911-33C4-4160-8973-D330DD9A8BC3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dirty="0"/>
            <a:t>Design a scalable, secure, and cost-efficient AWS solution</a:t>
          </a:r>
        </a:p>
      </dgm:t>
    </dgm:pt>
    <dgm:pt modelId="{23891605-D9CB-4527-B669-7141070C64ED}" type="parTrans" cxnId="{B8B8DA2D-A221-4BEC-86C7-765621DA1AA3}">
      <dgm:prSet/>
      <dgm:spPr/>
      <dgm:t>
        <a:bodyPr/>
        <a:lstStyle/>
        <a:p>
          <a:endParaRPr lang="en-US"/>
        </a:p>
      </dgm:t>
    </dgm:pt>
    <dgm:pt modelId="{AD8D9527-C616-4CA3-9CAD-FD2DBA05C1F2}" type="sibTrans" cxnId="{B8B8DA2D-A221-4BEC-86C7-765621DA1AA3}">
      <dgm:prSet/>
      <dgm:spPr/>
      <dgm:t>
        <a:bodyPr/>
        <a:lstStyle/>
        <a:p>
          <a:endParaRPr lang="en-US"/>
        </a:p>
      </dgm:t>
    </dgm:pt>
    <dgm:pt modelId="{2DF16B45-4092-47EB-AD43-B4DDFB8CE9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to support XYZ University student records system.</a:t>
          </a:r>
        </a:p>
      </dgm:t>
    </dgm:pt>
    <dgm:pt modelId="{55143265-BCFF-4E86-9AE6-3A5C987063C2}" type="parTrans" cxnId="{E444D47E-2182-4C9A-80BB-F2C69175FB63}">
      <dgm:prSet/>
      <dgm:spPr/>
      <dgm:t>
        <a:bodyPr/>
        <a:lstStyle/>
        <a:p>
          <a:endParaRPr lang="en-US"/>
        </a:p>
      </dgm:t>
    </dgm:pt>
    <dgm:pt modelId="{57483D6C-6DD9-4AAC-99E7-495A2FECF863}" type="sibTrans" cxnId="{E444D47E-2182-4C9A-80BB-F2C69175FB63}">
      <dgm:prSet/>
      <dgm:spPr/>
      <dgm:t>
        <a:bodyPr/>
        <a:lstStyle/>
        <a:p>
          <a:endParaRPr lang="en-US"/>
        </a:p>
      </dgm:t>
    </dgm:pt>
    <dgm:pt modelId="{2D6E507E-0312-4964-B2A4-E848D4B8CBD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Plan, design, build, and deploy the web app</a:t>
          </a:r>
        </a:p>
      </dgm:t>
    </dgm:pt>
    <dgm:pt modelId="{5041ACCB-6560-4F92-A538-311B14776159}" type="parTrans" cxnId="{0FE1CA0C-18C6-4CDD-B624-6568B936D1AB}">
      <dgm:prSet/>
      <dgm:spPr/>
      <dgm:t>
        <a:bodyPr/>
        <a:lstStyle/>
        <a:p>
          <a:endParaRPr lang="en-US"/>
        </a:p>
      </dgm:t>
    </dgm:pt>
    <dgm:pt modelId="{A1EFA202-24C8-48B8-8FD9-14084210D135}" type="sibTrans" cxnId="{0FE1CA0C-18C6-4CDD-B624-6568B936D1AB}">
      <dgm:prSet/>
      <dgm:spPr/>
      <dgm:t>
        <a:bodyPr/>
        <a:lstStyle/>
        <a:p>
          <a:endParaRPr lang="en-US"/>
        </a:p>
      </dgm:t>
    </dgm:pt>
    <dgm:pt modelId="{21716DA7-9863-4A1D-BEE1-11E6F8262B0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Support growth and optimize costs</a:t>
          </a:r>
        </a:p>
      </dgm:t>
    </dgm:pt>
    <dgm:pt modelId="{C0B2B7DC-6C63-41C9-B9C9-96D4DDBCEC51}" type="parTrans" cxnId="{4028012F-71BA-4159-A7F4-2F78581D7F1E}">
      <dgm:prSet/>
      <dgm:spPr/>
      <dgm:t>
        <a:bodyPr/>
        <a:lstStyle/>
        <a:p>
          <a:endParaRPr lang="en-US"/>
        </a:p>
      </dgm:t>
    </dgm:pt>
    <dgm:pt modelId="{AE969566-B97D-4755-AA85-5C19DEC97607}" type="sibTrans" cxnId="{4028012F-71BA-4159-A7F4-2F78581D7F1E}">
      <dgm:prSet/>
      <dgm:spPr/>
      <dgm:t>
        <a:bodyPr/>
        <a:lstStyle/>
        <a:p>
          <a:endParaRPr lang="en-US"/>
        </a:p>
      </dgm:t>
    </dgm:pt>
    <dgm:pt modelId="{D9BD828B-9652-45D4-A90D-F42A356DDE48}" type="pres">
      <dgm:prSet presAssocID="{5250CEDF-3AD7-423E-B405-16969A5637FA}" presName="root" presStyleCnt="0">
        <dgm:presLayoutVars>
          <dgm:dir/>
          <dgm:resizeHandles val="exact"/>
        </dgm:presLayoutVars>
      </dgm:prSet>
      <dgm:spPr/>
    </dgm:pt>
    <dgm:pt modelId="{1CC26A81-4E04-4DB7-B03E-082AC09945A8}" type="pres">
      <dgm:prSet presAssocID="{2DF16B45-4092-47EB-AD43-B4DDFB8CE9B3}" presName="compNode" presStyleCnt="0"/>
      <dgm:spPr/>
    </dgm:pt>
    <dgm:pt modelId="{597A1900-4B95-4AA3-B1C8-730C5CB944A2}" type="pres">
      <dgm:prSet presAssocID="{2DF16B45-4092-47EB-AD43-B4DDFB8CE9B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D0DF853-16E7-467E-9E5A-12246756BA28}" type="pres">
      <dgm:prSet presAssocID="{2DF16B45-4092-47EB-AD43-B4DDFB8CE9B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E0EC500B-6E0A-4F4F-9A27-894950D76A8E}" type="pres">
      <dgm:prSet presAssocID="{2DF16B45-4092-47EB-AD43-B4DDFB8CE9B3}" presName="spaceRect" presStyleCnt="0"/>
      <dgm:spPr/>
    </dgm:pt>
    <dgm:pt modelId="{9A0A5B85-05ED-468D-A5DD-4579382ECE32}" type="pres">
      <dgm:prSet presAssocID="{2DF16B45-4092-47EB-AD43-B4DDFB8CE9B3}" presName="textRect" presStyleLbl="revTx" presStyleIdx="0" presStyleCnt="4">
        <dgm:presLayoutVars>
          <dgm:chMax val="1"/>
          <dgm:chPref val="1"/>
        </dgm:presLayoutVars>
      </dgm:prSet>
      <dgm:spPr/>
    </dgm:pt>
    <dgm:pt modelId="{D98392D3-1C71-4F42-902B-1981DF175D77}" type="pres">
      <dgm:prSet presAssocID="{57483D6C-6DD9-4AAC-99E7-495A2FECF863}" presName="sibTrans" presStyleCnt="0"/>
      <dgm:spPr/>
    </dgm:pt>
    <dgm:pt modelId="{52C7EA6B-3F83-45AA-8C52-94AD2970BC86}" type="pres">
      <dgm:prSet presAssocID="{7D11A911-33C4-4160-8973-D330DD9A8BC3}" presName="compNode" presStyleCnt="0"/>
      <dgm:spPr/>
    </dgm:pt>
    <dgm:pt modelId="{B5C2FD87-AD1B-48A4-9D2D-FCED07139C38}" type="pres">
      <dgm:prSet presAssocID="{7D11A911-33C4-4160-8973-D330DD9A8BC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1A249BC-4DEA-4933-A886-1765BEFF474D}" type="pres">
      <dgm:prSet presAssocID="{7D11A911-33C4-4160-8973-D330DD9A8BC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D00B6C5-32B5-40D3-A60A-1AB1E93F200A}" type="pres">
      <dgm:prSet presAssocID="{7D11A911-33C4-4160-8973-D330DD9A8BC3}" presName="spaceRect" presStyleCnt="0"/>
      <dgm:spPr/>
    </dgm:pt>
    <dgm:pt modelId="{9E5064C6-0A1B-4C5A-BB5E-77247B2B5557}" type="pres">
      <dgm:prSet presAssocID="{7D11A911-33C4-4160-8973-D330DD9A8BC3}" presName="textRect" presStyleLbl="revTx" presStyleIdx="1" presStyleCnt="4">
        <dgm:presLayoutVars>
          <dgm:chMax val="1"/>
          <dgm:chPref val="1"/>
        </dgm:presLayoutVars>
      </dgm:prSet>
      <dgm:spPr/>
    </dgm:pt>
    <dgm:pt modelId="{399EDEE8-4445-4BD8-909C-8F71B93F9742}" type="pres">
      <dgm:prSet presAssocID="{AD8D9527-C616-4CA3-9CAD-FD2DBA05C1F2}" presName="sibTrans" presStyleCnt="0"/>
      <dgm:spPr/>
    </dgm:pt>
    <dgm:pt modelId="{6BCBC119-878A-46AE-8AEA-6B4E675AE505}" type="pres">
      <dgm:prSet presAssocID="{2D6E507E-0312-4964-B2A4-E848D4B8CBD9}" presName="compNode" presStyleCnt="0"/>
      <dgm:spPr/>
    </dgm:pt>
    <dgm:pt modelId="{6A60A9EA-CB35-4250-BBF2-54112B91A4AC}" type="pres">
      <dgm:prSet presAssocID="{2D6E507E-0312-4964-B2A4-E848D4B8CBD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C63FCAE-3F98-4942-A7E6-515DAE1B2707}" type="pres">
      <dgm:prSet presAssocID="{2D6E507E-0312-4964-B2A4-E848D4B8CBD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D2C1B75-3AE9-418F-96D6-98569E83B869}" type="pres">
      <dgm:prSet presAssocID="{2D6E507E-0312-4964-B2A4-E848D4B8CBD9}" presName="spaceRect" presStyleCnt="0"/>
      <dgm:spPr/>
    </dgm:pt>
    <dgm:pt modelId="{42910EDF-A87D-491E-A746-E623E6E81F8B}" type="pres">
      <dgm:prSet presAssocID="{2D6E507E-0312-4964-B2A4-E848D4B8CBD9}" presName="textRect" presStyleLbl="revTx" presStyleIdx="2" presStyleCnt="4">
        <dgm:presLayoutVars>
          <dgm:chMax val="1"/>
          <dgm:chPref val="1"/>
        </dgm:presLayoutVars>
      </dgm:prSet>
      <dgm:spPr/>
    </dgm:pt>
    <dgm:pt modelId="{03530331-253D-48F7-BB9C-F477BE3C1228}" type="pres">
      <dgm:prSet presAssocID="{A1EFA202-24C8-48B8-8FD9-14084210D135}" presName="sibTrans" presStyleCnt="0"/>
      <dgm:spPr/>
    </dgm:pt>
    <dgm:pt modelId="{DBE8C377-6F04-44C1-8B7D-A93E019F6A74}" type="pres">
      <dgm:prSet presAssocID="{21716DA7-9863-4A1D-BEE1-11E6F8262B01}" presName="compNode" presStyleCnt="0"/>
      <dgm:spPr/>
    </dgm:pt>
    <dgm:pt modelId="{854F267B-0FE0-4020-93B4-DE4098450EFA}" type="pres">
      <dgm:prSet presAssocID="{21716DA7-9863-4A1D-BEE1-11E6F8262B01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2F542DC-EFC3-4274-A509-7D1341AC1C78}" type="pres">
      <dgm:prSet presAssocID="{21716DA7-9863-4A1D-BEE1-11E6F8262B0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5B28F20-D646-42F3-91CA-9935E8C21387}" type="pres">
      <dgm:prSet presAssocID="{21716DA7-9863-4A1D-BEE1-11E6F8262B01}" presName="spaceRect" presStyleCnt="0"/>
      <dgm:spPr/>
    </dgm:pt>
    <dgm:pt modelId="{02EECB5E-3CB1-4362-A923-9BD6D0955462}" type="pres">
      <dgm:prSet presAssocID="{21716DA7-9863-4A1D-BEE1-11E6F8262B0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FE1CA0C-18C6-4CDD-B624-6568B936D1AB}" srcId="{5250CEDF-3AD7-423E-B405-16969A5637FA}" destId="{2D6E507E-0312-4964-B2A4-E848D4B8CBD9}" srcOrd="2" destOrd="0" parTransId="{5041ACCB-6560-4F92-A538-311B14776159}" sibTransId="{A1EFA202-24C8-48B8-8FD9-14084210D135}"/>
    <dgm:cxn modelId="{B8B8DA2D-A221-4BEC-86C7-765621DA1AA3}" srcId="{5250CEDF-3AD7-423E-B405-16969A5637FA}" destId="{7D11A911-33C4-4160-8973-D330DD9A8BC3}" srcOrd="1" destOrd="0" parTransId="{23891605-D9CB-4527-B669-7141070C64ED}" sibTransId="{AD8D9527-C616-4CA3-9CAD-FD2DBA05C1F2}"/>
    <dgm:cxn modelId="{4028012F-71BA-4159-A7F4-2F78581D7F1E}" srcId="{5250CEDF-3AD7-423E-B405-16969A5637FA}" destId="{21716DA7-9863-4A1D-BEE1-11E6F8262B01}" srcOrd="3" destOrd="0" parTransId="{C0B2B7DC-6C63-41C9-B9C9-96D4DDBCEC51}" sibTransId="{AE969566-B97D-4755-AA85-5C19DEC97607}"/>
    <dgm:cxn modelId="{9169BC46-EF96-44D5-8485-496CC922547E}" type="presOf" srcId="{2D6E507E-0312-4964-B2A4-E848D4B8CBD9}" destId="{42910EDF-A87D-491E-A746-E623E6E81F8B}" srcOrd="0" destOrd="0" presId="urn:microsoft.com/office/officeart/2018/5/layout/IconLeafLabelList"/>
    <dgm:cxn modelId="{920BF972-C4B9-495B-9D67-23F6A99A1195}" type="presOf" srcId="{2DF16B45-4092-47EB-AD43-B4DDFB8CE9B3}" destId="{9A0A5B85-05ED-468D-A5DD-4579382ECE32}" srcOrd="0" destOrd="0" presId="urn:microsoft.com/office/officeart/2018/5/layout/IconLeafLabelList"/>
    <dgm:cxn modelId="{E444D47E-2182-4C9A-80BB-F2C69175FB63}" srcId="{5250CEDF-3AD7-423E-B405-16969A5637FA}" destId="{2DF16B45-4092-47EB-AD43-B4DDFB8CE9B3}" srcOrd="0" destOrd="0" parTransId="{55143265-BCFF-4E86-9AE6-3A5C987063C2}" sibTransId="{57483D6C-6DD9-4AAC-99E7-495A2FECF863}"/>
    <dgm:cxn modelId="{BE94EB84-9891-40C1-8F91-0DA73E191EDB}" type="presOf" srcId="{5250CEDF-3AD7-423E-B405-16969A5637FA}" destId="{D9BD828B-9652-45D4-A90D-F42A356DDE48}" srcOrd="0" destOrd="0" presId="urn:microsoft.com/office/officeart/2018/5/layout/IconLeafLabelList"/>
    <dgm:cxn modelId="{BD86C287-C1AD-4084-824B-C14B4FBF16AA}" type="presOf" srcId="{21716DA7-9863-4A1D-BEE1-11E6F8262B01}" destId="{02EECB5E-3CB1-4362-A923-9BD6D0955462}" srcOrd="0" destOrd="0" presId="urn:microsoft.com/office/officeart/2018/5/layout/IconLeafLabelList"/>
    <dgm:cxn modelId="{8500DDF1-0FC1-48F9-97C0-E61579530C11}" type="presOf" srcId="{7D11A911-33C4-4160-8973-D330DD9A8BC3}" destId="{9E5064C6-0A1B-4C5A-BB5E-77247B2B5557}" srcOrd="0" destOrd="0" presId="urn:microsoft.com/office/officeart/2018/5/layout/IconLeafLabelList"/>
    <dgm:cxn modelId="{CEAE57B2-801F-426B-9F4A-D6D0F0C46AC5}" type="presParOf" srcId="{D9BD828B-9652-45D4-A90D-F42A356DDE48}" destId="{1CC26A81-4E04-4DB7-B03E-082AC09945A8}" srcOrd="0" destOrd="0" presId="urn:microsoft.com/office/officeart/2018/5/layout/IconLeafLabelList"/>
    <dgm:cxn modelId="{460A47FB-62D3-4F46-BDAF-55BF64B144E0}" type="presParOf" srcId="{1CC26A81-4E04-4DB7-B03E-082AC09945A8}" destId="{597A1900-4B95-4AA3-B1C8-730C5CB944A2}" srcOrd="0" destOrd="0" presId="urn:microsoft.com/office/officeart/2018/5/layout/IconLeafLabelList"/>
    <dgm:cxn modelId="{ADEB0DF5-D4FB-4EA7-969A-234250BB6DE6}" type="presParOf" srcId="{1CC26A81-4E04-4DB7-B03E-082AC09945A8}" destId="{ED0DF853-16E7-467E-9E5A-12246756BA28}" srcOrd="1" destOrd="0" presId="urn:microsoft.com/office/officeart/2018/5/layout/IconLeafLabelList"/>
    <dgm:cxn modelId="{0964C565-E148-4E0C-89C8-1930B9CF22FB}" type="presParOf" srcId="{1CC26A81-4E04-4DB7-B03E-082AC09945A8}" destId="{E0EC500B-6E0A-4F4F-9A27-894950D76A8E}" srcOrd="2" destOrd="0" presId="urn:microsoft.com/office/officeart/2018/5/layout/IconLeafLabelList"/>
    <dgm:cxn modelId="{19209EFB-7770-43A2-8478-998CCD608AB6}" type="presParOf" srcId="{1CC26A81-4E04-4DB7-B03E-082AC09945A8}" destId="{9A0A5B85-05ED-468D-A5DD-4579382ECE32}" srcOrd="3" destOrd="0" presId="urn:microsoft.com/office/officeart/2018/5/layout/IconLeafLabelList"/>
    <dgm:cxn modelId="{661C4C0E-F5C3-4E54-8603-D695AA483828}" type="presParOf" srcId="{D9BD828B-9652-45D4-A90D-F42A356DDE48}" destId="{D98392D3-1C71-4F42-902B-1981DF175D77}" srcOrd="1" destOrd="0" presId="urn:microsoft.com/office/officeart/2018/5/layout/IconLeafLabelList"/>
    <dgm:cxn modelId="{D6026D60-17DD-4603-ACC6-6D9A044D07BC}" type="presParOf" srcId="{D9BD828B-9652-45D4-A90D-F42A356DDE48}" destId="{52C7EA6B-3F83-45AA-8C52-94AD2970BC86}" srcOrd="2" destOrd="0" presId="urn:microsoft.com/office/officeart/2018/5/layout/IconLeafLabelList"/>
    <dgm:cxn modelId="{56C38483-89A5-433C-ABBF-0444DF672A55}" type="presParOf" srcId="{52C7EA6B-3F83-45AA-8C52-94AD2970BC86}" destId="{B5C2FD87-AD1B-48A4-9D2D-FCED07139C38}" srcOrd="0" destOrd="0" presId="urn:microsoft.com/office/officeart/2018/5/layout/IconLeafLabelList"/>
    <dgm:cxn modelId="{F734766B-DCAB-45BF-AA96-8B6976DE4316}" type="presParOf" srcId="{52C7EA6B-3F83-45AA-8C52-94AD2970BC86}" destId="{C1A249BC-4DEA-4933-A886-1765BEFF474D}" srcOrd="1" destOrd="0" presId="urn:microsoft.com/office/officeart/2018/5/layout/IconLeafLabelList"/>
    <dgm:cxn modelId="{CA580A9E-4880-4C05-ADA2-F1E13C2F9AAE}" type="presParOf" srcId="{52C7EA6B-3F83-45AA-8C52-94AD2970BC86}" destId="{ED00B6C5-32B5-40D3-A60A-1AB1E93F200A}" srcOrd="2" destOrd="0" presId="urn:microsoft.com/office/officeart/2018/5/layout/IconLeafLabelList"/>
    <dgm:cxn modelId="{8F3EE964-BCD8-4D20-BCF0-483F830BD0D4}" type="presParOf" srcId="{52C7EA6B-3F83-45AA-8C52-94AD2970BC86}" destId="{9E5064C6-0A1B-4C5A-BB5E-77247B2B5557}" srcOrd="3" destOrd="0" presId="urn:microsoft.com/office/officeart/2018/5/layout/IconLeafLabelList"/>
    <dgm:cxn modelId="{9E1A5DB0-E5E0-49CE-B6D0-671A1B94B798}" type="presParOf" srcId="{D9BD828B-9652-45D4-A90D-F42A356DDE48}" destId="{399EDEE8-4445-4BD8-909C-8F71B93F9742}" srcOrd="3" destOrd="0" presId="urn:microsoft.com/office/officeart/2018/5/layout/IconLeafLabelList"/>
    <dgm:cxn modelId="{82E17E7B-E47F-4E64-9626-5F6E65E819EA}" type="presParOf" srcId="{D9BD828B-9652-45D4-A90D-F42A356DDE48}" destId="{6BCBC119-878A-46AE-8AEA-6B4E675AE505}" srcOrd="4" destOrd="0" presId="urn:microsoft.com/office/officeart/2018/5/layout/IconLeafLabelList"/>
    <dgm:cxn modelId="{3EB4C089-1496-4E3E-997B-76DCF53D035F}" type="presParOf" srcId="{6BCBC119-878A-46AE-8AEA-6B4E675AE505}" destId="{6A60A9EA-CB35-4250-BBF2-54112B91A4AC}" srcOrd="0" destOrd="0" presId="urn:microsoft.com/office/officeart/2018/5/layout/IconLeafLabelList"/>
    <dgm:cxn modelId="{65163194-88FD-4C64-9580-83EAC0DD9F31}" type="presParOf" srcId="{6BCBC119-878A-46AE-8AEA-6B4E675AE505}" destId="{1C63FCAE-3F98-4942-A7E6-515DAE1B2707}" srcOrd="1" destOrd="0" presId="urn:microsoft.com/office/officeart/2018/5/layout/IconLeafLabelList"/>
    <dgm:cxn modelId="{D5397399-BBE4-420E-A07C-D5F0B664A034}" type="presParOf" srcId="{6BCBC119-878A-46AE-8AEA-6B4E675AE505}" destId="{6D2C1B75-3AE9-418F-96D6-98569E83B869}" srcOrd="2" destOrd="0" presId="urn:microsoft.com/office/officeart/2018/5/layout/IconLeafLabelList"/>
    <dgm:cxn modelId="{91FF1078-332B-4986-9DDA-F9064F7C7DA1}" type="presParOf" srcId="{6BCBC119-878A-46AE-8AEA-6B4E675AE505}" destId="{42910EDF-A87D-491E-A746-E623E6E81F8B}" srcOrd="3" destOrd="0" presId="urn:microsoft.com/office/officeart/2018/5/layout/IconLeafLabelList"/>
    <dgm:cxn modelId="{E3353E75-17F1-4D35-A402-37C88DA58A06}" type="presParOf" srcId="{D9BD828B-9652-45D4-A90D-F42A356DDE48}" destId="{03530331-253D-48F7-BB9C-F477BE3C1228}" srcOrd="5" destOrd="0" presId="urn:microsoft.com/office/officeart/2018/5/layout/IconLeafLabelList"/>
    <dgm:cxn modelId="{3BA260FD-AF86-4B25-B3B8-5C44B02EE3C4}" type="presParOf" srcId="{D9BD828B-9652-45D4-A90D-F42A356DDE48}" destId="{DBE8C377-6F04-44C1-8B7D-A93E019F6A74}" srcOrd="6" destOrd="0" presId="urn:microsoft.com/office/officeart/2018/5/layout/IconLeafLabelList"/>
    <dgm:cxn modelId="{CCBFEC37-D30B-48D8-A8B8-4995335395F7}" type="presParOf" srcId="{DBE8C377-6F04-44C1-8B7D-A93E019F6A74}" destId="{854F267B-0FE0-4020-93B4-DE4098450EFA}" srcOrd="0" destOrd="0" presId="urn:microsoft.com/office/officeart/2018/5/layout/IconLeafLabelList"/>
    <dgm:cxn modelId="{33F65123-BB8C-4FF4-8C99-B97F837C2FC3}" type="presParOf" srcId="{DBE8C377-6F04-44C1-8B7D-A93E019F6A74}" destId="{A2F542DC-EFC3-4274-A509-7D1341AC1C78}" srcOrd="1" destOrd="0" presId="urn:microsoft.com/office/officeart/2018/5/layout/IconLeafLabelList"/>
    <dgm:cxn modelId="{83DD926A-8015-414F-B506-9010868A346F}" type="presParOf" srcId="{DBE8C377-6F04-44C1-8B7D-A93E019F6A74}" destId="{25B28F20-D646-42F3-91CA-9935E8C21387}" srcOrd="2" destOrd="0" presId="urn:microsoft.com/office/officeart/2018/5/layout/IconLeafLabelList"/>
    <dgm:cxn modelId="{BAAA00E6-E8B9-4A71-9237-CF81023C0AA9}" type="presParOf" srcId="{DBE8C377-6F04-44C1-8B7D-A93E019F6A74}" destId="{02EECB5E-3CB1-4362-A923-9BD6D095546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021F07-4294-40A4-A072-9176CB49DA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050DF8-BAD0-4AE4-8829-E27F351C9637}">
      <dgm:prSet/>
      <dgm:spPr/>
      <dgm:t>
        <a:bodyPr/>
        <a:lstStyle/>
        <a:p>
          <a:r>
            <a:rPr lang="en-US"/>
            <a:t>-Analyze problem statement</a:t>
          </a:r>
        </a:p>
      </dgm:t>
    </dgm:pt>
    <dgm:pt modelId="{48B8DEFA-14AB-4812-A56D-F33913C2F25A}" type="parTrans" cxnId="{110110AD-685C-44ED-AE04-C50D9216EF27}">
      <dgm:prSet/>
      <dgm:spPr/>
      <dgm:t>
        <a:bodyPr/>
        <a:lstStyle/>
        <a:p>
          <a:endParaRPr lang="en-US"/>
        </a:p>
      </dgm:t>
    </dgm:pt>
    <dgm:pt modelId="{0EE530A9-8626-4CA7-A435-228CE0958E86}" type="sibTrans" cxnId="{110110AD-685C-44ED-AE04-C50D9216EF27}">
      <dgm:prSet/>
      <dgm:spPr/>
      <dgm:t>
        <a:bodyPr/>
        <a:lstStyle/>
        <a:p>
          <a:endParaRPr lang="en-US"/>
        </a:p>
      </dgm:t>
    </dgm:pt>
    <dgm:pt modelId="{A4D3AFC5-DFA2-4C6F-993B-605C8D6388EE}">
      <dgm:prSet/>
      <dgm:spPr/>
      <dgm:t>
        <a:bodyPr/>
        <a:lstStyle/>
        <a:p>
          <a:r>
            <a:rPr lang="en-US"/>
            <a:t>-Identify functional, non-functional, and technical requirements</a:t>
          </a:r>
        </a:p>
      </dgm:t>
    </dgm:pt>
    <dgm:pt modelId="{B4E2610D-B64A-4152-9D5B-1E1065A6B456}" type="parTrans" cxnId="{EFE468F7-EB57-4A4A-9695-D24C20138EE3}">
      <dgm:prSet/>
      <dgm:spPr/>
      <dgm:t>
        <a:bodyPr/>
        <a:lstStyle/>
        <a:p>
          <a:endParaRPr lang="en-US"/>
        </a:p>
      </dgm:t>
    </dgm:pt>
    <dgm:pt modelId="{0AB57739-E33D-4839-AFFC-0D0355864A3E}" type="sibTrans" cxnId="{EFE468F7-EB57-4A4A-9695-D24C20138EE3}">
      <dgm:prSet/>
      <dgm:spPr/>
      <dgm:t>
        <a:bodyPr/>
        <a:lstStyle/>
        <a:p>
          <a:endParaRPr lang="en-US"/>
        </a:p>
      </dgm:t>
    </dgm:pt>
    <dgm:pt modelId="{119778D6-B77F-4799-A76E-E2330A5FADEA}">
      <dgm:prSet/>
      <dgm:spPr/>
      <dgm:t>
        <a:bodyPr/>
        <a:lstStyle/>
        <a:p>
          <a:r>
            <a:rPr lang="en-US"/>
            <a:t>-Identify gaps</a:t>
          </a:r>
        </a:p>
      </dgm:t>
    </dgm:pt>
    <dgm:pt modelId="{5CEE7A1D-C497-4947-A33E-8F4D783A8F0E}" type="parTrans" cxnId="{F1954478-35C1-44FE-A9E8-B31CCA1EFE3B}">
      <dgm:prSet/>
      <dgm:spPr/>
      <dgm:t>
        <a:bodyPr/>
        <a:lstStyle/>
        <a:p>
          <a:endParaRPr lang="en-US"/>
        </a:p>
      </dgm:t>
    </dgm:pt>
    <dgm:pt modelId="{194B1C58-FCB9-4691-9F16-8E0D7A57DBB6}" type="sibTrans" cxnId="{F1954478-35C1-44FE-A9E8-B31CCA1EFE3B}">
      <dgm:prSet/>
      <dgm:spPr/>
      <dgm:t>
        <a:bodyPr/>
        <a:lstStyle/>
        <a:p>
          <a:endParaRPr lang="en-US"/>
        </a:p>
      </dgm:t>
    </dgm:pt>
    <dgm:pt modelId="{4877F4FF-816C-4B80-B3EF-78C2424578C3}">
      <dgm:prSet/>
      <dgm:spPr/>
      <dgm:t>
        <a:bodyPr/>
        <a:lstStyle/>
        <a:p>
          <a:r>
            <a:rPr lang="en-US"/>
            <a:t>-Conduct client meeting</a:t>
          </a:r>
        </a:p>
      </dgm:t>
    </dgm:pt>
    <dgm:pt modelId="{3A5CC962-271C-4086-B52B-8433DC37DA79}" type="parTrans" cxnId="{E8368054-D35F-414A-BA0B-0E2F6D9065E8}">
      <dgm:prSet/>
      <dgm:spPr/>
      <dgm:t>
        <a:bodyPr/>
        <a:lstStyle/>
        <a:p>
          <a:endParaRPr lang="en-US"/>
        </a:p>
      </dgm:t>
    </dgm:pt>
    <dgm:pt modelId="{9364FF95-F9B5-485D-9917-0A155DD76F7A}" type="sibTrans" cxnId="{E8368054-D35F-414A-BA0B-0E2F6D9065E8}">
      <dgm:prSet/>
      <dgm:spPr/>
      <dgm:t>
        <a:bodyPr/>
        <a:lstStyle/>
        <a:p>
          <a:endParaRPr lang="en-US"/>
        </a:p>
      </dgm:t>
    </dgm:pt>
    <dgm:pt modelId="{16DCE708-5966-4445-A872-93AE0F434827}">
      <dgm:prSet/>
      <dgm:spPr/>
      <dgm:t>
        <a:bodyPr/>
        <a:lstStyle/>
        <a:p>
          <a:r>
            <a:rPr lang="en-US"/>
            <a:t>-Update final requirements</a:t>
          </a:r>
        </a:p>
      </dgm:t>
    </dgm:pt>
    <dgm:pt modelId="{34925E4C-23C9-4FE4-8283-ED0BCD342F7F}" type="parTrans" cxnId="{42266482-B669-468C-AE19-69F3BE6365E3}">
      <dgm:prSet/>
      <dgm:spPr/>
      <dgm:t>
        <a:bodyPr/>
        <a:lstStyle/>
        <a:p>
          <a:endParaRPr lang="en-US"/>
        </a:p>
      </dgm:t>
    </dgm:pt>
    <dgm:pt modelId="{1B8E9EAE-4DF1-4599-86CA-FF4CEFEBF256}" type="sibTrans" cxnId="{42266482-B669-468C-AE19-69F3BE6365E3}">
      <dgm:prSet/>
      <dgm:spPr/>
      <dgm:t>
        <a:bodyPr/>
        <a:lstStyle/>
        <a:p>
          <a:endParaRPr lang="en-US"/>
        </a:p>
      </dgm:t>
    </dgm:pt>
    <dgm:pt modelId="{A208C484-6D71-40D0-901F-BAD69B828A4D}" type="pres">
      <dgm:prSet presAssocID="{73021F07-4294-40A4-A072-9176CB49DAC1}" presName="root" presStyleCnt="0">
        <dgm:presLayoutVars>
          <dgm:dir/>
          <dgm:resizeHandles val="exact"/>
        </dgm:presLayoutVars>
      </dgm:prSet>
      <dgm:spPr/>
    </dgm:pt>
    <dgm:pt modelId="{3E66F139-EF5D-410E-88E5-DCD90F905295}" type="pres">
      <dgm:prSet presAssocID="{BB050DF8-BAD0-4AE4-8829-E27F351C9637}" presName="compNode" presStyleCnt="0"/>
      <dgm:spPr/>
    </dgm:pt>
    <dgm:pt modelId="{764E351A-9D11-49EA-B17F-B43D3047FDB9}" type="pres">
      <dgm:prSet presAssocID="{BB050DF8-BAD0-4AE4-8829-E27F351C9637}" presName="bgRect" presStyleLbl="bgShp" presStyleIdx="0" presStyleCnt="5"/>
      <dgm:spPr/>
    </dgm:pt>
    <dgm:pt modelId="{A99F2934-5C19-4415-9960-013BA42FFA08}" type="pres">
      <dgm:prSet presAssocID="{BB050DF8-BAD0-4AE4-8829-E27F351C963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A2855AC-4D07-4BAE-8E30-3C21928BF032}" type="pres">
      <dgm:prSet presAssocID="{BB050DF8-BAD0-4AE4-8829-E27F351C9637}" presName="spaceRect" presStyleCnt="0"/>
      <dgm:spPr/>
    </dgm:pt>
    <dgm:pt modelId="{BF751138-C61E-4490-8F94-0A1AC25DB2CE}" type="pres">
      <dgm:prSet presAssocID="{BB050DF8-BAD0-4AE4-8829-E27F351C9637}" presName="parTx" presStyleLbl="revTx" presStyleIdx="0" presStyleCnt="5">
        <dgm:presLayoutVars>
          <dgm:chMax val="0"/>
          <dgm:chPref val="0"/>
        </dgm:presLayoutVars>
      </dgm:prSet>
      <dgm:spPr/>
    </dgm:pt>
    <dgm:pt modelId="{C1D32EF5-E064-474D-B76A-12CA48E7EAF7}" type="pres">
      <dgm:prSet presAssocID="{0EE530A9-8626-4CA7-A435-228CE0958E86}" presName="sibTrans" presStyleCnt="0"/>
      <dgm:spPr/>
    </dgm:pt>
    <dgm:pt modelId="{08481B7E-F745-465C-BBC4-CE1A92654142}" type="pres">
      <dgm:prSet presAssocID="{A4D3AFC5-DFA2-4C6F-993B-605C8D6388EE}" presName="compNode" presStyleCnt="0"/>
      <dgm:spPr/>
    </dgm:pt>
    <dgm:pt modelId="{34439900-49A1-4E36-B5DF-8D7FA3455611}" type="pres">
      <dgm:prSet presAssocID="{A4D3AFC5-DFA2-4C6F-993B-605C8D6388EE}" presName="bgRect" presStyleLbl="bgShp" presStyleIdx="1" presStyleCnt="5"/>
      <dgm:spPr/>
    </dgm:pt>
    <dgm:pt modelId="{7707104D-0DD3-49F3-9C5D-6895A361D1BE}" type="pres">
      <dgm:prSet presAssocID="{A4D3AFC5-DFA2-4C6F-993B-605C8D6388E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2FE9DAE-709F-4CDB-A351-DFB5A82BB15F}" type="pres">
      <dgm:prSet presAssocID="{A4D3AFC5-DFA2-4C6F-993B-605C8D6388EE}" presName="spaceRect" presStyleCnt="0"/>
      <dgm:spPr/>
    </dgm:pt>
    <dgm:pt modelId="{4E835D51-1896-4D33-81A0-FAA89F87571B}" type="pres">
      <dgm:prSet presAssocID="{A4D3AFC5-DFA2-4C6F-993B-605C8D6388EE}" presName="parTx" presStyleLbl="revTx" presStyleIdx="1" presStyleCnt="5">
        <dgm:presLayoutVars>
          <dgm:chMax val="0"/>
          <dgm:chPref val="0"/>
        </dgm:presLayoutVars>
      </dgm:prSet>
      <dgm:spPr/>
    </dgm:pt>
    <dgm:pt modelId="{07406639-AF26-495A-8E08-930F1C344C79}" type="pres">
      <dgm:prSet presAssocID="{0AB57739-E33D-4839-AFFC-0D0355864A3E}" presName="sibTrans" presStyleCnt="0"/>
      <dgm:spPr/>
    </dgm:pt>
    <dgm:pt modelId="{E654E30D-5223-44D8-887A-65574CA3DD6A}" type="pres">
      <dgm:prSet presAssocID="{119778D6-B77F-4799-A76E-E2330A5FADEA}" presName="compNode" presStyleCnt="0"/>
      <dgm:spPr/>
    </dgm:pt>
    <dgm:pt modelId="{1BBFC691-0A25-4A30-88FC-5084851AB214}" type="pres">
      <dgm:prSet presAssocID="{119778D6-B77F-4799-A76E-E2330A5FADEA}" presName="bgRect" presStyleLbl="bgShp" presStyleIdx="2" presStyleCnt="5"/>
      <dgm:spPr/>
    </dgm:pt>
    <dgm:pt modelId="{0B2603A3-A67A-485C-86AA-592ACCA84A27}" type="pres">
      <dgm:prSet presAssocID="{119778D6-B77F-4799-A76E-E2330A5FADE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9F1322E-6069-4373-B7A0-21C985F952EC}" type="pres">
      <dgm:prSet presAssocID="{119778D6-B77F-4799-A76E-E2330A5FADEA}" presName="spaceRect" presStyleCnt="0"/>
      <dgm:spPr/>
    </dgm:pt>
    <dgm:pt modelId="{FDCCF05E-92C9-476C-9926-158309262B9A}" type="pres">
      <dgm:prSet presAssocID="{119778D6-B77F-4799-A76E-E2330A5FADEA}" presName="parTx" presStyleLbl="revTx" presStyleIdx="2" presStyleCnt="5">
        <dgm:presLayoutVars>
          <dgm:chMax val="0"/>
          <dgm:chPref val="0"/>
        </dgm:presLayoutVars>
      </dgm:prSet>
      <dgm:spPr/>
    </dgm:pt>
    <dgm:pt modelId="{C7BB091F-C85F-418C-9B33-DD840B9C2CD5}" type="pres">
      <dgm:prSet presAssocID="{194B1C58-FCB9-4691-9F16-8E0D7A57DBB6}" presName="sibTrans" presStyleCnt="0"/>
      <dgm:spPr/>
    </dgm:pt>
    <dgm:pt modelId="{7CC6261D-989B-41F8-B9F6-3CDBA4403CD8}" type="pres">
      <dgm:prSet presAssocID="{4877F4FF-816C-4B80-B3EF-78C2424578C3}" presName="compNode" presStyleCnt="0"/>
      <dgm:spPr/>
    </dgm:pt>
    <dgm:pt modelId="{4D55FCE1-741A-4A0C-9E50-B97E8F814529}" type="pres">
      <dgm:prSet presAssocID="{4877F4FF-816C-4B80-B3EF-78C2424578C3}" presName="bgRect" presStyleLbl="bgShp" presStyleIdx="3" presStyleCnt="5"/>
      <dgm:spPr/>
    </dgm:pt>
    <dgm:pt modelId="{C53F29CB-C137-4CCF-96BD-7FAF351A4B9B}" type="pres">
      <dgm:prSet presAssocID="{4877F4FF-816C-4B80-B3EF-78C2424578C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CC5E7494-6EA0-4A7D-990E-5678FA52CF60}" type="pres">
      <dgm:prSet presAssocID="{4877F4FF-816C-4B80-B3EF-78C2424578C3}" presName="spaceRect" presStyleCnt="0"/>
      <dgm:spPr/>
    </dgm:pt>
    <dgm:pt modelId="{F9EF01FD-4286-4D40-B73A-D422A5006235}" type="pres">
      <dgm:prSet presAssocID="{4877F4FF-816C-4B80-B3EF-78C2424578C3}" presName="parTx" presStyleLbl="revTx" presStyleIdx="3" presStyleCnt="5">
        <dgm:presLayoutVars>
          <dgm:chMax val="0"/>
          <dgm:chPref val="0"/>
        </dgm:presLayoutVars>
      </dgm:prSet>
      <dgm:spPr/>
    </dgm:pt>
    <dgm:pt modelId="{27C4090A-8B67-4483-BDE9-01EA89250D7B}" type="pres">
      <dgm:prSet presAssocID="{9364FF95-F9B5-485D-9917-0A155DD76F7A}" presName="sibTrans" presStyleCnt="0"/>
      <dgm:spPr/>
    </dgm:pt>
    <dgm:pt modelId="{C0D6720B-0D11-4478-85F6-2B94AFE2B3F9}" type="pres">
      <dgm:prSet presAssocID="{16DCE708-5966-4445-A872-93AE0F434827}" presName="compNode" presStyleCnt="0"/>
      <dgm:spPr/>
    </dgm:pt>
    <dgm:pt modelId="{79643247-2A20-4D67-B5E7-90B85238DB9E}" type="pres">
      <dgm:prSet presAssocID="{16DCE708-5966-4445-A872-93AE0F434827}" presName="bgRect" presStyleLbl="bgShp" presStyleIdx="4" presStyleCnt="5"/>
      <dgm:spPr/>
    </dgm:pt>
    <dgm:pt modelId="{EBC5E720-9688-426A-B1FC-590C344AFF3F}" type="pres">
      <dgm:prSet presAssocID="{16DCE708-5966-4445-A872-93AE0F43482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76C272A-D062-4B4D-A12E-3708E6386AAF}" type="pres">
      <dgm:prSet presAssocID="{16DCE708-5966-4445-A872-93AE0F434827}" presName="spaceRect" presStyleCnt="0"/>
      <dgm:spPr/>
    </dgm:pt>
    <dgm:pt modelId="{6208B172-A7EE-4B45-B574-1178D5C1AC40}" type="pres">
      <dgm:prSet presAssocID="{16DCE708-5966-4445-A872-93AE0F43482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8368054-D35F-414A-BA0B-0E2F6D9065E8}" srcId="{73021F07-4294-40A4-A072-9176CB49DAC1}" destId="{4877F4FF-816C-4B80-B3EF-78C2424578C3}" srcOrd="3" destOrd="0" parTransId="{3A5CC962-271C-4086-B52B-8433DC37DA79}" sibTransId="{9364FF95-F9B5-485D-9917-0A155DD76F7A}"/>
    <dgm:cxn modelId="{F1954478-35C1-44FE-A9E8-B31CCA1EFE3B}" srcId="{73021F07-4294-40A4-A072-9176CB49DAC1}" destId="{119778D6-B77F-4799-A76E-E2330A5FADEA}" srcOrd="2" destOrd="0" parTransId="{5CEE7A1D-C497-4947-A33E-8F4D783A8F0E}" sibTransId="{194B1C58-FCB9-4691-9F16-8E0D7A57DBB6}"/>
    <dgm:cxn modelId="{42266482-B669-468C-AE19-69F3BE6365E3}" srcId="{73021F07-4294-40A4-A072-9176CB49DAC1}" destId="{16DCE708-5966-4445-A872-93AE0F434827}" srcOrd="4" destOrd="0" parTransId="{34925E4C-23C9-4FE4-8283-ED0BCD342F7F}" sibTransId="{1B8E9EAE-4DF1-4599-86CA-FF4CEFEBF256}"/>
    <dgm:cxn modelId="{A83518A4-DED7-4C35-AAD0-E6CD01914B21}" type="presOf" srcId="{A4D3AFC5-DFA2-4C6F-993B-605C8D6388EE}" destId="{4E835D51-1896-4D33-81A0-FAA89F87571B}" srcOrd="0" destOrd="0" presId="urn:microsoft.com/office/officeart/2018/2/layout/IconVerticalSolidList"/>
    <dgm:cxn modelId="{110110AD-685C-44ED-AE04-C50D9216EF27}" srcId="{73021F07-4294-40A4-A072-9176CB49DAC1}" destId="{BB050DF8-BAD0-4AE4-8829-E27F351C9637}" srcOrd="0" destOrd="0" parTransId="{48B8DEFA-14AB-4812-A56D-F33913C2F25A}" sibTransId="{0EE530A9-8626-4CA7-A435-228CE0958E86}"/>
    <dgm:cxn modelId="{367825B9-0DCA-4C18-8F49-80E419B6AD12}" type="presOf" srcId="{4877F4FF-816C-4B80-B3EF-78C2424578C3}" destId="{F9EF01FD-4286-4D40-B73A-D422A5006235}" srcOrd="0" destOrd="0" presId="urn:microsoft.com/office/officeart/2018/2/layout/IconVerticalSolidList"/>
    <dgm:cxn modelId="{B60080C0-5031-4A63-B53B-A095FB114064}" type="presOf" srcId="{119778D6-B77F-4799-A76E-E2330A5FADEA}" destId="{FDCCF05E-92C9-476C-9926-158309262B9A}" srcOrd="0" destOrd="0" presId="urn:microsoft.com/office/officeart/2018/2/layout/IconVerticalSolidList"/>
    <dgm:cxn modelId="{926593E1-A020-482D-974C-2F3023C77497}" type="presOf" srcId="{BB050DF8-BAD0-4AE4-8829-E27F351C9637}" destId="{BF751138-C61E-4490-8F94-0A1AC25DB2CE}" srcOrd="0" destOrd="0" presId="urn:microsoft.com/office/officeart/2018/2/layout/IconVerticalSolidList"/>
    <dgm:cxn modelId="{0AB4DBF5-E20C-4C1E-B6E8-A3AE26CF04CD}" type="presOf" srcId="{16DCE708-5966-4445-A872-93AE0F434827}" destId="{6208B172-A7EE-4B45-B574-1178D5C1AC40}" srcOrd="0" destOrd="0" presId="urn:microsoft.com/office/officeart/2018/2/layout/IconVerticalSolidList"/>
    <dgm:cxn modelId="{7E482AF7-C353-406F-9B0B-17F8C60D55D4}" type="presOf" srcId="{73021F07-4294-40A4-A072-9176CB49DAC1}" destId="{A208C484-6D71-40D0-901F-BAD69B828A4D}" srcOrd="0" destOrd="0" presId="urn:microsoft.com/office/officeart/2018/2/layout/IconVerticalSolidList"/>
    <dgm:cxn modelId="{EFE468F7-EB57-4A4A-9695-D24C20138EE3}" srcId="{73021F07-4294-40A4-A072-9176CB49DAC1}" destId="{A4D3AFC5-DFA2-4C6F-993B-605C8D6388EE}" srcOrd="1" destOrd="0" parTransId="{B4E2610D-B64A-4152-9D5B-1E1065A6B456}" sibTransId="{0AB57739-E33D-4839-AFFC-0D0355864A3E}"/>
    <dgm:cxn modelId="{B187D478-78A0-4D1D-AE13-6CE07F6B0CAA}" type="presParOf" srcId="{A208C484-6D71-40D0-901F-BAD69B828A4D}" destId="{3E66F139-EF5D-410E-88E5-DCD90F905295}" srcOrd="0" destOrd="0" presId="urn:microsoft.com/office/officeart/2018/2/layout/IconVerticalSolidList"/>
    <dgm:cxn modelId="{EDE1C01B-909C-48AF-B913-B928D5A8201D}" type="presParOf" srcId="{3E66F139-EF5D-410E-88E5-DCD90F905295}" destId="{764E351A-9D11-49EA-B17F-B43D3047FDB9}" srcOrd="0" destOrd="0" presId="urn:microsoft.com/office/officeart/2018/2/layout/IconVerticalSolidList"/>
    <dgm:cxn modelId="{CE202B96-7918-481D-8FCE-F23853C08CE2}" type="presParOf" srcId="{3E66F139-EF5D-410E-88E5-DCD90F905295}" destId="{A99F2934-5C19-4415-9960-013BA42FFA08}" srcOrd="1" destOrd="0" presId="urn:microsoft.com/office/officeart/2018/2/layout/IconVerticalSolidList"/>
    <dgm:cxn modelId="{12BC8198-C60B-4D97-9BB2-17765772D398}" type="presParOf" srcId="{3E66F139-EF5D-410E-88E5-DCD90F905295}" destId="{CA2855AC-4D07-4BAE-8E30-3C21928BF032}" srcOrd="2" destOrd="0" presId="urn:microsoft.com/office/officeart/2018/2/layout/IconVerticalSolidList"/>
    <dgm:cxn modelId="{77C3953B-D4A4-4BE3-A803-4FEABA983D1A}" type="presParOf" srcId="{3E66F139-EF5D-410E-88E5-DCD90F905295}" destId="{BF751138-C61E-4490-8F94-0A1AC25DB2CE}" srcOrd="3" destOrd="0" presId="urn:microsoft.com/office/officeart/2018/2/layout/IconVerticalSolidList"/>
    <dgm:cxn modelId="{C5F114F6-05CC-48E8-9FBF-521FB08E4211}" type="presParOf" srcId="{A208C484-6D71-40D0-901F-BAD69B828A4D}" destId="{C1D32EF5-E064-474D-B76A-12CA48E7EAF7}" srcOrd="1" destOrd="0" presId="urn:microsoft.com/office/officeart/2018/2/layout/IconVerticalSolidList"/>
    <dgm:cxn modelId="{F68A4F6E-5484-4517-B610-CA65D81D4BA2}" type="presParOf" srcId="{A208C484-6D71-40D0-901F-BAD69B828A4D}" destId="{08481B7E-F745-465C-BBC4-CE1A92654142}" srcOrd="2" destOrd="0" presId="urn:microsoft.com/office/officeart/2018/2/layout/IconVerticalSolidList"/>
    <dgm:cxn modelId="{094F9F28-3DC3-4744-9BD8-FF36198B7998}" type="presParOf" srcId="{08481B7E-F745-465C-BBC4-CE1A92654142}" destId="{34439900-49A1-4E36-B5DF-8D7FA3455611}" srcOrd="0" destOrd="0" presId="urn:microsoft.com/office/officeart/2018/2/layout/IconVerticalSolidList"/>
    <dgm:cxn modelId="{87D4DD00-E7BE-4E68-9ECA-B606B614196A}" type="presParOf" srcId="{08481B7E-F745-465C-BBC4-CE1A92654142}" destId="{7707104D-0DD3-49F3-9C5D-6895A361D1BE}" srcOrd="1" destOrd="0" presId="urn:microsoft.com/office/officeart/2018/2/layout/IconVerticalSolidList"/>
    <dgm:cxn modelId="{1F30E285-AACD-4840-BEFB-4BE02B3CA6F6}" type="presParOf" srcId="{08481B7E-F745-465C-BBC4-CE1A92654142}" destId="{F2FE9DAE-709F-4CDB-A351-DFB5A82BB15F}" srcOrd="2" destOrd="0" presId="urn:microsoft.com/office/officeart/2018/2/layout/IconVerticalSolidList"/>
    <dgm:cxn modelId="{E58D9528-5DA3-4524-9F54-7F949A60B2DF}" type="presParOf" srcId="{08481B7E-F745-465C-BBC4-CE1A92654142}" destId="{4E835D51-1896-4D33-81A0-FAA89F87571B}" srcOrd="3" destOrd="0" presId="urn:microsoft.com/office/officeart/2018/2/layout/IconVerticalSolidList"/>
    <dgm:cxn modelId="{9B2BBAA7-DB5C-47C2-9F71-99C9CB915E65}" type="presParOf" srcId="{A208C484-6D71-40D0-901F-BAD69B828A4D}" destId="{07406639-AF26-495A-8E08-930F1C344C79}" srcOrd="3" destOrd="0" presId="urn:microsoft.com/office/officeart/2018/2/layout/IconVerticalSolidList"/>
    <dgm:cxn modelId="{DFD1B484-1DF6-40EF-9C17-4AC7F9ABE1E7}" type="presParOf" srcId="{A208C484-6D71-40D0-901F-BAD69B828A4D}" destId="{E654E30D-5223-44D8-887A-65574CA3DD6A}" srcOrd="4" destOrd="0" presId="urn:microsoft.com/office/officeart/2018/2/layout/IconVerticalSolidList"/>
    <dgm:cxn modelId="{E61ED8B2-10A6-4DF4-A150-5B40EA47CBF6}" type="presParOf" srcId="{E654E30D-5223-44D8-887A-65574CA3DD6A}" destId="{1BBFC691-0A25-4A30-88FC-5084851AB214}" srcOrd="0" destOrd="0" presId="urn:microsoft.com/office/officeart/2018/2/layout/IconVerticalSolidList"/>
    <dgm:cxn modelId="{7EEF8E0B-9EA2-46D1-AD60-8C0BB6C90E39}" type="presParOf" srcId="{E654E30D-5223-44D8-887A-65574CA3DD6A}" destId="{0B2603A3-A67A-485C-86AA-592ACCA84A27}" srcOrd="1" destOrd="0" presId="urn:microsoft.com/office/officeart/2018/2/layout/IconVerticalSolidList"/>
    <dgm:cxn modelId="{C7E8BE77-C20B-45FE-90BC-67CF0E689C8A}" type="presParOf" srcId="{E654E30D-5223-44D8-887A-65574CA3DD6A}" destId="{A9F1322E-6069-4373-B7A0-21C985F952EC}" srcOrd="2" destOrd="0" presId="urn:microsoft.com/office/officeart/2018/2/layout/IconVerticalSolidList"/>
    <dgm:cxn modelId="{BFD41E81-ED1E-47A3-9C80-38733A37E252}" type="presParOf" srcId="{E654E30D-5223-44D8-887A-65574CA3DD6A}" destId="{FDCCF05E-92C9-476C-9926-158309262B9A}" srcOrd="3" destOrd="0" presId="urn:microsoft.com/office/officeart/2018/2/layout/IconVerticalSolidList"/>
    <dgm:cxn modelId="{25AFCC4E-06E0-4F3E-8D22-C650BAE842A8}" type="presParOf" srcId="{A208C484-6D71-40D0-901F-BAD69B828A4D}" destId="{C7BB091F-C85F-418C-9B33-DD840B9C2CD5}" srcOrd="5" destOrd="0" presId="urn:microsoft.com/office/officeart/2018/2/layout/IconVerticalSolidList"/>
    <dgm:cxn modelId="{056660E6-A5F3-4FEC-B5B9-4B576A59C048}" type="presParOf" srcId="{A208C484-6D71-40D0-901F-BAD69B828A4D}" destId="{7CC6261D-989B-41F8-B9F6-3CDBA4403CD8}" srcOrd="6" destOrd="0" presId="urn:microsoft.com/office/officeart/2018/2/layout/IconVerticalSolidList"/>
    <dgm:cxn modelId="{CD9F40AC-885B-4C96-BB49-1B751A54E64A}" type="presParOf" srcId="{7CC6261D-989B-41F8-B9F6-3CDBA4403CD8}" destId="{4D55FCE1-741A-4A0C-9E50-B97E8F814529}" srcOrd="0" destOrd="0" presId="urn:microsoft.com/office/officeart/2018/2/layout/IconVerticalSolidList"/>
    <dgm:cxn modelId="{80DE0C65-1266-4FD8-B459-7E5E3744C5BC}" type="presParOf" srcId="{7CC6261D-989B-41F8-B9F6-3CDBA4403CD8}" destId="{C53F29CB-C137-4CCF-96BD-7FAF351A4B9B}" srcOrd="1" destOrd="0" presId="urn:microsoft.com/office/officeart/2018/2/layout/IconVerticalSolidList"/>
    <dgm:cxn modelId="{195D263D-364E-4D00-9308-5BD5E6340C48}" type="presParOf" srcId="{7CC6261D-989B-41F8-B9F6-3CDBA4403CD8}" destId="{CC5E7494-6EA0-4A7D-990E-5678FA52CF60}" srcOrd="2" destOrd="0" presId="urn:microsoft.com/office/officeart/2018/2/layout/IconVerticalSolidList"/>
    <dgm:cxn modelId="{E674800C-AB16-4145-A9FB-150DC29E89B7}" type="presParOf" srcId="{7CC6261D-989B-41F8-B9F6-3CDBA4403CD8}" destId="{F9EF01FD-4286-4D40-B73A-D422A5006235}" srcOrd="3" destOrd="0" presId="urn:microsoft.com/office/officeart/2018/2/layout/IconVerticalSolidList"/>
    <dgm:cxn modelId="{282B8F56-1D76-4550-A703-B9DD4EE4FB22}" type="presParOf" srcId="{A208C484-6D71-40D0-901F-BAD69B828A4D}" destId="{27C4090A-8B67-4483-BDE9-01EA89250D7B}" srcOrd="7" destOrd="0" presId="urn:microsoft.com/office/officeart/2018/2/layout/IconVerticalSolidList"/>
    <dgm:cxn modelId="{693BF9ED-671D-4F85-A151-A17164040900}" type="presParOf" srcId="{A208C484-6D71-40D0-901F-BAD69B828A4D}" destId="{C0D6720B-0D11-4478-85F6-2B94AFE2B3F9}" srcOrd="8" destOrd="0" presId="urn:microsoft.com/office/officeart/2018/2/layout/IconVerticalSolidList"/>
    <dgm:cxn modelId="{8DEAACFA-F10D-4AEB-887C-5E322AC4BE5D}" type="presParOf" srcId="{C0D6720B-0D11-4478-85F6-2B94AFE2B3F9}" destId="{79643247-2A20-4D67-B5E7-90B85238DB9E}" srcOrd="0" destOrd="0" presId="urn:microsoft.com/office/officeart/2018/2/layout/IconVerticalSolidList"/>
    <dgm:cxn modelId="{380B7F23-A8EF-4280-BED0-5EC391892E1C}" type="presParOf" srcId="{C0D6720B-0D11-4478-85F6-2B94AFE2B3F9}" destId="{EBC5E720-9688-426A-B1FC-590C344AFF3F}" srcOrd="1" destOrd="0" presId="urn:microsoft.com/office/officeart/2018/2/layout/IconVerticalSolidList"/>
    <dgm:cxn modelId="{A596E71A-4564-40F9-9BB0-10DFD0C92102}" type="presParOf" srcId="{C0D6720B-0D11-4478-85F6-2B94AFE2B3F9}" destId="{876C272A-D062-4B4D-A12E-3708E6386AAF}" srcOrd="2" destOrd="0" presId="urn:microsoft.com/office/officeart/2018/2/layout/IconVerticalSolidList"/>
    <dgm:cxn modelId="{0AB897FB-0B2B-4634-8F6A-BF800B2089AD}" type="presParOf" srcId="{C0D6720B-0D11-4478-85F6-2B94AFE2B3F9}" destId="{6208B172-A7EE-4B45-B574-1178D5C1AC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E683BC-6A6D-4921-834C-8DD38DB8B33C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106F77C-1B1E-4BF9-8FEB-1CA4CECABDB1}">
      <dgm:prSet/>
      <dgm:spPr/>
      <dgm:t>
        <a:bodyPr/>
        <a:lstStyle/>
        <a:p>
          <a:r>
            <a:rPr lang="en-US"/>
            <a:t>View</a:t>
          </a:r>
        </a:p>
      </dgm:t>
    </dgm:pt>
    <dgm:pt modelId="{BC7AB081-45EA-4D5F-A8AD-BE8D9A5B4C68}" type="parTrans" cxnId="{6B3F51F7-2A6E-463F-9C6B-749B571146FD}">
      <dgm:prSet/>
      <dgm:spPr/>
      <dgm:t>
        <a:bodyPr/>
        <a:lstStyle/>
        <a:p>
          <a:endParaRPr lang="en-US"/>
        </a:p>
      </dgm:t>
    </dgm:pt>
    <dgm:pt modelId="{C2055372-1B8B-47BD-A165-6FAB81B5DCD5}" type="sibTrans" cxnId="{6B3F51F7-2A6E-463F-9C6B-749B571146FD}">
      <dgm:prSet/>
      <dgm:spPr/>
      <dgm:t>
        <a:bodyPr/>
        <a:lstStyle/>
        <a:p>
          <a:endParaRPr lang="en-US"/>
        </a:p>
      </dgm:t>
    </dgm:pt>
    <dgm:pt modelId="{83B0A3A5-B93C-440F-94BB-6CE9B2E4812C}">
      <dgm:prSet/>
      <dgm:spPr/>
      <dgm:t>
        <a:bodyPr/>
        <a:lstStyle/>
        <a:p>
          <a:r>
            <a:rPr lang="en-US" dirty="0"/>
            <a:t>FR-01 The system should allow to view student instantly</a:t>
          </a:r>
        </a:p>
      </dgm:t>
    </dgm:pt>
    <dgm:pt modelId="{E3E1C666-CE0C-48C4-92B0-E964A07AB115}" type="parTrans" cxnId="{DE248447-F2B8-4830-A494-3734A6711155}">
      <dgm:prSet/>
      <dgm:spPr/>
      <dgm:t>
        <a:bodyPr/>
        <a:lstStyle/>
        <a:p>
          <a:endParaRPr lang="en-US"/>
        </a:p>
      </dgm:t>
    </dgm:pt>
    <dgm:pt modelId="{168D1060-ED5E-4192-9AF1-9E02004F7C26}" type="sibTrans" cxnId="{DE248447-F2B8-4830-A494-3734A6711155}">
      <dgm:prSet/>
      <dgm:spPr/>
      <dgm:t>
        <a:bodyPr/>
        <a:lstStyle/>
        <a:p>
          <a:endParaRPr lang="en-US"/>
        </a:p>
      </dgm:t>
    </dgm:pt>
    <dgm:pt modelId="{70C32283-F676-4061-AB3D-112681E64E80}">
      <dgm:prSet/>
      <dgm:spPr/>
      <dgm:t>
        <a:bodyPr/>
        <a:lstStyle/>
        <a:p>
          <a:r>
            <a:rPr lang="en-US"/>
            <a:t>Add</a:t>
          </a:r>
        </a:p>
      </dgm:t>
    </dgm:pt>
    <dgm:pt modelId="{61DF74C3-9D28-41DA-9AF9-E60EBD75E3C8}" type="parTrans" cxnId="{4FB1C173-747B-4645-9CDD-1ECA657242EC}">
      <dgm:prSet/>
      <dgm:spPr/>
      <dgm:t>
        <a:bodyPr/>
        <a:lstStyle/>
        <a:p>
          <a:endParaRPr lang="en-US"/>
        </a:p>
      </dgm:t>
    </dgm:pt>
    <dgm:pt modelId="{EC38308B-6B22-4E8D-A906-1B4861ADEA41}" type="sibTrans" cxnId="{4FB1C173-747B-4645-9CDD-1ECA657242EC}">
      <dgm:prSet/>
      <dgm:spPr/>
      <dgm:t>
        <a:bodyPr/>
        <a:lstStyle/>
        <a:p>
          <a:endParaRPr lang="en-US"/>
        </a:p>
      </dgm:t>
    </dgm:pt>
    <dgm:pt modelId="{B3899839-CD22-4B89-8F6F-6465917BF412}">
      <dgm:prSet/>
      <dgm:spPr/>
      <dgm:t>
        <a:bodyPr/>
        <a:lstStyle/>
        <a:p>
          <a:r>
            <a:rPr lang="en-US" dirty="0"/>
            <a:t>FR-02 New records must be saved and seen with no error</a:t>
          </a:r>
        </a:p>
      </dgm:t>
    </dgm:pt>
    <dgm:pt modelId="{FDE05465-1FF9-44B1-9E14-E79D3B0A8563}" type="parTrans" cxnId="{830673D9-B2BA-476A-B431-54EADF01135D}">
      <dgm:prSet/>
      <dgm:spPr/>
      <dgm:t>
        <a:bodyPr/>
        <a:lstStyle/>
        <a:p>
          <a:endParaRPr lang="en-US"/>
        </a:p>
      </dgm:t>
    </dgm:pt>
    <dgm:pt modelId="{C17E86C8-71D5-4FBD-B332-8E4A57630B6E}" type="sibTrans" cxnId="{830673D9-B2BA-476A-B431-54EADF01135D}">
      <dgm:prSet/>
      <dgm:spPr/>
      <dgm:t>
        <a:bodyPr/>
        <a:lstStyle/>
        <a:p>
          <a:endParaRPr lang="en-US"/>
        </a:p>
      </dgm:t>
    </dgm:pt>
    <dgm:pt modelId="{DD3D0349-D86F-461C-8C97-D7C07A7CD54B}">
      <dgm:prSet/>
      <dgm:spPr/>
      <dgm:t>
        <a:bodyPr/>
        <a:lstStyle/>
        <a:p>
          <a:r>
            <a:rPr lang="en-US"/>
            <a:t>Modify</a:t>
          </a:r>
        </a:p>
      </dgm:t>
    </dgm:pt>
    <dgm:pt modelId="{99DB5B2D-89F7-4E8E-851F-C1CB64ACBF5B}" type="parTrans" cxnId="{BCFA255D-9EE1-45A5-933E-E7845B1099D9}">
      <dgm:prSet/>
      <dgm:spPr/>
      <dgm:t>
        <a:bodyPr/>
        <a:lstStyle/>
        <a:p>
          <a:endParaRPr lang="en-US"/>
        </a:p>
      </dgm:t>
    </dgm:pt>
    <dgm:pt modelId="{9F8A13B7-FA35-4875-B40B-1045D003977B}" type="sibTrans" cxnId="{BCFA255D-9EE1-45A5-933E-E7845B1099D9}">
      <dgm:prSet/>
      <dgm:spPr/>
      <dgm:t>
        <a:bodyPr/>
        <a:lstStyle/>
        <a:p>
          <a:endParaRPr lang="en-US"/>
        </a:p>
      </dgm:t>
    </dgm:pt>
    <dgm:pt modelId="{3FC28AAE-29A2-4C5C-9E15-BDD526198356}">
      <dgm:prSet/>
      <dgm:spPr/>
      <dgm:t>
        <a:bodyPr/>
        <a:lstStyle/>
        <a:p>
          <a:r>
            <a:rPr lang="en-US" dirty="0"/>
            <a:t>FR-03 The changes can be seen at the time of the update throughout the system</a:t>
          </a:r>
        </a:p>
      </dgm:t>
    </dgm:pt>
    <dgm:pt modelId="{280A28C1-3B05-43D0-9E5D-B1765DB52A29}" type="parTrans" cxnId="{25BE48E8-EB9F-4387-9F9C-4999365A2723}">
      <dgm:prSet/>
      <dgm:spPr/>
      <dgm:t>
        <a:bodyPr/>
        <a:lstStyle/>
        <a:p>
          <a:endParaRPr lang="en-US"/>
        </a:p>
      </dgm:t>
    </dgm:pt>
    <dgm:pt modelId="{2E7981A7-CA8F-43B7-8F62-9C96EA633551}" type="sibTrans" cxnId="{25BE48E8-EB9F-4387-9F9C-4999365A2723}">
      <dgm:prSet/>
      <dgm:spPr/>
      <dgm:t>
        <a:bodyPr/>
        <a:lstStyle/>
        <a:p>
          <a:endParaRPr lang="en-US"/>
        </a:p>
      </dgm:t>
    </dgm:pt>
    <dgm:pt modelId="{C873CB25-A91A-4191-9C0E-5053A65E092B}">
      <dgm:prSet/>
      <dgm:spPr/>
      <dgm:t>
        <a:bodyPr/>
        <a:lstStyle/>
        <a:p>
          <a:r>
            <a:rPr lang="en-US"/>
            <a:t>Delete</a:t>
          </a:r>
        </a:p>
      </dgm:t>
    </dgm:pt>
    <dgm:pt modelId="{7AC527AB-A390-406A-999E-0BA43D38DE97}" type="parTrans" cxnId="{605366FE-3226-4B60-B3F5-7F6B0F027692}">
      <dgm:prSet/>
      <dgm:spPr/>
      <dgm:t>
        <a:bodyPr/>
        <a:lstStyle/>
        <a:p>
          <a:endParaRPr lang="en-US"/>
        </a:p>
      </dgm:t>
    </dgm:pt>
    <dgm:pt modelId="{D643D7B1-67DF-4F1C-A7F3-CF06AA5D7D8E}" type="sibTrans" cxnId="{605366FE-3226-4B60-B3F5-7F6B0F027692}">
      <dgm:prSet/>
      <dgm:spPr/>
      <dgm:t>
        <a:bodyPr/>
        <a:lstStyle/>
        <a:p>
          <a:endParaRPr lang="en-US"/>
        </a:p>
      </dgm:t>
    </dgm:pt>
    <dgm:pt modelId="{D90F37DD-6237-44AE-9263-497C5728166B}">
      <dgm:prSet/>
      <dgm:spPr/>
      <dgm:t>
        <a:bodyPr/>
        <a:lstStyle/>
        <a:p>
          <a:r>
            <a:rPr lang="en-US" dirty="0"/>
            <a:t>FR-04 The records that are hidden or removed will not impact other </a:t>
          </a:r>
          <a:r>
            <a:rPr lang="en-US" dirty="0" err="1"/>
            <a:t>datas</a:t>
          </a:r>
          <a:endParaRPr lang="en-US" dirty="0"/>
        </a:p>
      </dgm:t>
    </dgm:pt>
    <dgm:pt modelId="{6AEC6FD0-790E-4A5C-AC4A-8301C4CBD030}" type="parTrans" cxnId="{8F1B6C23-9E7C-42D7-BC5C-0D2CC9C8C937}">
      <dgm:prSet/>
      <dgm:spPr/>
      <dgm:t>
        <a:bodyPr/>
        <a:lstStyle/>
        <a:p>
          <a:endParaRPr lang="en-US"/>
        </a:p>
      </dgm:t>
    </dgm:pt>
    <dgm:pt modelId="{EB59263A-EC09-4E8E-9E52-CC33DFC3163E}" type="sibTrans" cxnId="{8F1B6C23-9E7C-42D7-BC5C-0D2CC9C8C937}">
      <dgm:prSet/>
      <dgm:spPr/>
      <dgm:t>
        <a:bodyPr/>
        <a:lstStyle/>
        <a:p>
          <a:endParaRPr lang="en-US"/>
        </a:p>
      </dgm:t>
    </dgm:pt>
    <dgm:pt modelId="{010206F0-C9E5-40BA-BC52-C371BCF8F6AA}" type="pres">
      <dgm:prSet presAssocID="{A7E683BC-6A6D-4921-834C-8DD38DB8B33C}" presName="Name0" presStyleCnt="0">
        <dgm:presLayoutVars>
          <dgm:dir/>
          <dgm:animLvl val="lvl"/>
          <dgm:resizeHandles val="exact"/>
        </dgm:presLayoutVars>
      </dgm:prSet>
      <dgm:spPr/>
    </dgm:pt>
    <dgm:pt modelId="{FDDD6231-8166-42C8-9591-02600A1CDFBB}" type="pres">
      <dgm:prSet presAssocID="{D106F77C-1B1E-4BF9-8FEB-1CA4CECABDB1}" presName="composite" presStyleCnt="0"/>
      <dgm:spPr/>
    </dgm:pt>
    <dgm:pt modelId="{A0911F21-6C64-4FE3-8267-1625A80E9665}" type="pres">
      <dgm:prSet presAssocID="{D106F77C-1B1E-4BF9-8FEB-1CA4CECABDB1}" presName="parTx" presStyleLbl="alignNode1" presStyleIdx="0" presStyleCnt="4">
        <dgm:presLayoutVars>
          <dgm:chMax val="0"/>
          <dgm:chPref val="0"/>
        </dgm:presLayoutVars>
      </dgm:prSet>
      <dgm:spPr/>
    </dgm:pt>
    <dgm:pt modelId="{D1863756-8342-4F51-A74D-C21E81DC0703}" type="pres">
      <dgm:prSet presAssocID="{D106F77C-1B1E-4BF9-8FEB-1CA4CECABDB1}" presName="desTx" presStyleLbl="alignAccFollowNode1" presStyleIdx="0" presStyleCnt="4">
        <dgm:presLayoutVars/>
      </dgm:prSet>
      <dgm:spPr/>
    </dgm:pt>
    <dgm:pt modelId="{C2E13DB4-A172-48CE-BC83-D8806CC7F0D9}" type="pres">
      <dgm:prSet presAssocID="{C2055372-1B8B-47BD-A165-6FAB81B5DCD5}" presName="space" presStyleCnt="0"/>
      <dgm:spPr/>
    </dgm:pt>
    <dgm:pt modelId="{62D6A72D-8BAA-49BE-8E67-73C4A58C6C6C}" type="pres">
      <dgm:prSet presAssocID="{70C32283-F676-4061-AB3D-112681E64E80}" presName="composite" presStyleCnt="0"/>
      <dgm:spPr/>
    </dgm:pt>
    <dgm:pt modelId="{376534F0-0BC3-483D-BAE5-B8E967E8ABF3}" type="pres">
      <dgm:prSet presAssocID="{70C32283-F676-4061-AB3D-112681E64E80}" presName="parTx" presStyleLbl="alignNode1" presStyleIdx="1" presStyleCnt="4">
        <dgm:presLayoutVars>
          <dgm:chMax val="0"/>
          <dgm:chPref val="0"/>
        </dgm:presLayoutVars>
      </dgm:prSet>
      <dgm:spPr/>
    </dgm:pt>
    <dgm:pt modelId="{333B9DE4-3858-4A9C-A5C2-576F5AD09565}" type="pres">
      <dgm:prSet presAssocID="{70C32283-F676-4061-AB3D-112681E64E80}" presName="desTx" presStyleLbl="alignAccFollowNode1" presStyleIdx="1" presStyleCnt="4">
        <dgm:presLayoutVars/>
      </dgm:prSet>
      <dgm:spPr/>
    </dgm:pt>
    <dgm:pt modelId="{1A452823-2144-439C-AF92-317F58E57B42}" type="pres">
      <dgm:prSet presAssocID="{EC38308B-6B22-4E8D-A906-1B4861ADEA41}" presName="space" presStyleCnt="0"/>
      <dgm:spPr/>
    </dgm:pt>
    <dgm:pt modelId="{9269D02E-BB71-4E4D-B1DE-84412BB99016}" type="pres">
      <dgm:prSet presAssocID="{DD3D0349-D86F-461C-8C97-D7C07A7CD54B}" presName="composite" presStyleCnt="0"/>
      <dgm:spPr/>
    </dgm:pt>
    <dgm:pt modelId="{2F88D71C-365A-4B66-9968-4152F6767DF4}" type="pres">
      <dgm:prSet presAssocID="{DD3D0349-D86F-461C-8C97-D7C07A7CD54B}" presName="parTx" presStyleLbl="alignNode1" presStyleIdx="2" presStyleCnt="4">
        <dgm:presLayoutVars>
          <dgm:chMax val="0"/>
          <dgm:chPref val="0"/>
        </dgm:presLayoutVars>
      </dgm:prSet>
      <dgm:spPr/>
    </dgm:pt>
    <dgm:pt modelId="{0A33C3EE-6FDD-4471-932D-302E9C2315A5}" type="pres">
      <dgm:prSet presAssocID="{DD3D0349-D86F-461C-8C97-D7C07A7CD54B}" presName="desTx" presStyleLbl="alignAccFollowNode1" presStyleIdx="2" presStyleCnt="4">
        <dgm:presLayoutVars/>
      </dgm:prSet>
      <dgm:spPr/>
    </dgm:pt>
    <dgm:pt modelId="{1BF73BC2-1E26-458E-BEAC-7EC0BD477639}" type="pres">
      <dgm:prSet presAssocID="{9F8A13B7-FA35-4875-B40B-1045D003977B}" presName="space" presStyleCnt="0"/>
      <dgm:spPr/>
    </dgm:pt>
    <dgm:pt modelId="{27725E84-F57C-4FA1-94F6-CDC0725658C8}" type="pres">
      <dgm:prSet presAssocID="{C873CB25-A91A-4191-9C0E-5053A65E092B}" presName="composite" presStyleCnt="0"/>
      <dgm:spPr/>
    </dgm:pt>
    <dgm:pt modelId="{FB02A566-C375-4D20-AC32-5C083095C6C6}" type="pres">
      <dgm:prSet presAssocID="{C873CB25-A91A-4191-9C0E-5053A65E092B}" presName="parTx" presStyleLbl="alignNode1" presStyleIdx="3" presStyleCnt="4">
        <dgm:presLayoutVars>
          <dgm:chMax val="0"/>
          <dgm:chPref val="0"/>
        </dgm:presLayoutVars>
      </dgm:prSet>
      <dgm:spPr/>
    </dgm:pt>
    <dgm:pt modelId="{92F05EA7-411F-4CAF-862D-7EF0E710C9DC}" type="pres">
      <dgm:prSet presAssocID="{C873CB25-A91A-4191-9C0E-5053A65E092B}" presName="desTx" presStyleLbl="alignAccFollowNode1" presStyleIdx="3" presStyleCnt="4" custLinFactNeighborX="4183" custLinFactNeighborY="5013">
        <dgm:presLayoutVars/>
      </dgm:prSet>
      <dgm:spPr/>
    </dgm:pt>
  </dgm:ptLst>
  <dgm:cxnLst>
    <dgm:cxn modelId="{DFF15C06-8E97-4DC6-8334-7D4AA278ECDF}" type="presOf" srcId="{C873CB25-A91A-4191-9C0E-5053A65E092B}" destId="{FB02A566-C375-4D20-AC32-5C083095C6C6}" srcOrd="0" destOrd="0" presId="urn:microsoft.com/office/officeart/2016/7/layout/ChevronBlockProcess"/>
    <dgm:cxn modelId="{CCDD8E10-D085-4D44-A4E7-991C26BB755D}" type="presOf" srcId="{DD3D0349-D86F-461C-8C97-D7C07A7CD54B}" destId="{2F88D71C-365A-4B66-9968-4152F6767DF4}" srcOrd="0" destOrd="0" presId="urn:microsoft.com/office/officeart/2016/7/layout/ChevronBlockProcess"/>
    <dgm:cxn modelId="{A35A651F-A7E9-4E11-981D-A5F138160AB5}" type="presOf" srcId="{83B0A3A5-B93C-440F-94BB-6CE9B2E4812C}" destId="{D1863756-8342-4F51-A74D-C21E81DC0703}" srcOrd="0" destOrd="0" presId="urn:microsoft.com/office/officeart/2016/7/layout/ChevronBlockProcess"/>
    <dgm:cxn modelId="{8F1B6C23-9E7C-42D7-BC5C-0D2CC9C8C937}" srcId="{C873CB25-A91A-4191-9C0E-5053A65E092B}" destId="{D90F37DD-6237-44AE-9263-497C5728166B}" srcOrd="0" destOrd="0" parTransId="{6AEC6FD0-790E-4A5C-AC4A-8301C4CBD030}" sibTransId="{EB59263A-EC09-4E8E-9E52-CC33DFC3163E}"/>
    <dgm:cxn modelId="{03D2D928-61A9-403A-B00A-FA9B168252DC}" type="presOf" srcId="{D90F37DD-6237-44AE-9263-497C5728166B}" destId="{92F05EA7-411F-4CAF-862D-7EF0E710C9DC}" srcOrd="0" destOrd="0" presId="urn:microsoft.com/office/officeart/2016/7/layout/ChevronBlockProcess"/>
    <dgm:cxn modelId="{1D88EC32-3211-49D7-98D4-0AFAB1A753A6}" type="presOf" srcId="{A7E683BC-6A6D-4921-834C-8DD38DB8B33C}" destId="{010206F0-C9E5-40BA-BC52-C371BCF8F6AA}" srcOrd="0" destOrd="0" presId="urn:microsoft.com/office/officeart/2016/7/layout/ChevronBlockProcess"/>
    <dgm:cxn modelId="{BCFA255D-9EE1-45A5-933E-E7845B1099D9}" srcId="{A7E683BC-6A6D-4921-834C-8DD38DB8B33C}" destId="{DD3D0349-D86F-461C-8C97-D7C07A7CD54B}" srcOrd="2" destOrd="0" parTransId="{99DB5B2D-89F7-4E8E-851F-C1CB64ACBF5B}" sibTransId="{9F8A13B7-FA35-4875-B40B-1045D003977B}"/>
    <dgm:cxn modelId="{DE248447-F2B8-4830-A494-3734A6711155}" srcId="{D106F77C-1B1E-4BF9-8FEB-1CA4CECABDB1}" destId="{83B0A3A5-B93C-440F-94BB-6CE9B2E4812C}" srcOrd="0" destOrd="0" parTransId="{E3E1C666-CE0C-48C4-92B0-E964A07AB115}" sibTransId="{168D1060-ED5E-4192-9AF1-9E02004F7C26}"/>
    <dgm:cxn modelId="{DAC8C96E-17E6-44A5-BCAE-84C679F30DB4}" type="presOf" srcId="{3FC28AAE-29A2-4C5C-9E15-BDD526198356}" destId="{0A33C3EE-6FDD-4471-932D-302E9C2315A5}" srcOrd="0" destOrd="0" presId="urn:microsoft.com/office/officeart/2016/7/layout/ChevronBlockProcess"/>
    <dgm:cxn modelId="{4FB1C173-747B-4645-9CDD-1ECA657242EC}" srcId="{A7E683BC-6A6D-4921-834C-8DD38DB8B33C}" destId="{70C32283-F676-4061-AB3D-112681E64E80}" srcOrd="1" destOrd="0" parTransId="{61DF74C3-9D28-41DA-9AF9-E60EBD75E3C8}" sibTransId="{EC38308B-6B22-4E8D-A906-1B4861ADEA41}"/>
    <dgm:cxn modelId="{1E322AB4-9BA0-4F4C-8A6A-6641A12B9B87}" type="presOf" srcId="{D106F77C-1B1E-4BF9-8FEB-1CA4CECABDB1}" destId="{A0911F21-6C64-4FE3-8267-1625A80E9665}" srcOrd="0" destOrd="0" presId="urn:microsoft.com/office/officeart/2016/7/layout/ChevronBlockProcess"/>
    <dgm:cxn modelId="{832C5AD6-8B97-440E-969B-38EAF02B5923}" type="presOf" srcId="{B3899839-CD22-4B89-8F6F-6465917BF412}" destId="{333B9DE4-3858-4A9C-A5C2-576F5AD09565}" srcOrd="0" destOrd="0" presId="urn:microsoft.com/office/officeart/2016/7/layout/ChevronBlockProcess"/>
    <dgm:cxn modelId="{830673D9-B2BA-476A-B431-54EADF01135D}" srcId="{70C32283-F676-4061-AB3D-112681E64E80}" destId="{B3899839-CD22-4B89-8F6F-6465917BF412}" srcOrd="0" destOrd="0" parTransId="{FDE05465-1FF9-44B1-9E14-E79D3B0A8563}" sibTransId="{C17E86C8-71D5-4FBD-B332-8E4A57630B6E}"/>
    <dgm:cxn modelId="{1DADC6DE-E0F9-481C-A053-747D32FADBC9}" type="presOf" srcId="{70C32283-F676-4061-AB3D-112681E64E80}" destId="{376534F0-0BC3-483D-BAE5-B8E967E8ABF3}" srcOrd="0" destOrd="0" presId="urn:microsoft.com/office/officeart/2016/7/layout/ChevronBlockProcess"/>
    <dgm:cxn modelId="{25BE48E8-EB9F-4387-9F9C-4999365A2723}" srcId="{DD3D0349-D86F-461C-8C97-D7C07A7CD54B}" destId="{3FC28AAE-29A2-4C5C-9E15-BDD526198356}" srcOrd="0" destOrd="0" parTransId="{280A28C1-3B05-43D0-9E5D-B1765DB52A29}" sibTransId="{2E7981A7-CA8F-43B7-8F62-9C96EA633551}"/>
    <dgm:cxn modelId="{6B3F51F7-2A6E-463F-9C6B-749B571146FD}" srcId="{A7E683BC-6A6D-4921-834C-8DD38DB8B33C}" destId="{D106F77C-1B1E-4BF9-8FEB-1CA4CECABDB1}" srcOrd="0" destOrd="0" parTransId="{BC7AB081-45EA-4D5F-A8AD-BE8D9A5B4C68}" sibTransId="{C2055372-1B8B-47BD-A165-6FAB81B5DCD5}"/>
    <dgm:cxn modelId="{605366FE-3226-4B60-B3F5-7F6B0F027692}" srcId="{A7E683BC-6A6D-4921-834C-8DD38DB8B33C}" destId="{C873CB25-A91A-4191-9C0E-5053A65E092B}" srcOrd="3" destOrd="0" parTransId="{7AC527AB-A390-406A-999E-0BA43D38DE97}" sibTransId="{D643D7B1-67DF-4F1C-A7F3-CF06AA5D7D8E}"/>
    <dgm:cxn modelId="{44931DE8-A6E2-4F11-8F57-B72B2ABE56F2}" type="presParOf" srcId="{010206F0-C9E5-40BA-BC52-C371BCF8F6AA}" destId="{FDDD6231-8166-42C8-9591-02600A1CDFBB}" srcOrd="0" destOrd="0" presId="urn:microsoft.com/office/officeart/2016/7/layout/ChevronBlockProcess"/>
    <dgm:cxn modelId="{439CFCB8-0E17-4AD8-8B74-2AAA63F85656}" type="presParOf" srcId="{FDDD6231-8166-42C8-9591-02600A1CDFBB}" destId="{A0911F21-6C64-4FE3-8267-1625A80E9665}" srcOrd="0" destOrd="0" presId="urn:microsoft.com/office/officeart/2016/7/layout/ChevronBlockProcess"/>
    <dgm:cxn modelId="{2DE4D4C8-879E-43DA-8F3D-8CD4B09AACF7}" type="presParOf" srcId="{FDDD6231-8166-42C8-9591-02600A1CDFBB}" destId="{D1863756-8342-4F51-A74D-C21E81DC0703}" srcOrd="1" destOrd="0" presId="urn:microsoft.com/office/officeart/2016/7/layout/ChevronBlockProcess"/>
    <dgm:cxn modelId="{86C671FF-4EED-44DE-8FB9-9408A619E135}" type="presParOf" srcId="{010206F0-C9E5-40BA-BC52-C371BCF8F6AA}" destId="{C2E13DB4-A172-48CE-BC83-D8806CC7F0D9}" srcOrd="1" destOrd="0" presId="urn:microsoft.com/office/officeart/2016/7/layout/ChevronBlockProcess"/>
    <dgm:cxn modelId="{97537351-AC94-45A3-814F-406508872F21}" type="presParOf" srcId="{010206F0-C9E5-40BA-BC52-C371BCF8F6AA}" destId="{62D6A72D-8BAA-49BE-8E67-73C4A58C6C6C}" srcOrd="2" destOrd="0" presId="urn:microsoft.com/office/officeart/2016/7/layout/ChevronBlockProcess"/>
    <dgm:cxn modelId="{5C80BCCE-266D-4AC1-A4D0-F5793F2821A0}" type="presParOf" srcId="{62D6A72D-8BAA-49BE-8E67-73C4A58C6C6C}" destId="{376534F0-0BC3-483D-BAE5-B8E967E8ABF3}" srcOrd="0" destOrd="0" presId="urn:microsoft.com/office/officeart/2016/7/layout/ChevronBlockProcess"/>
    <dgm:cxn modelId="{224AB1C6-E3CC-4FE9-8FA9-4DEDF1F7578D}" type="presParOf" srcId="{62D6A72D-8BAA-49BE-8E67-73C4A58C6C6C}" destId="{333B9DE4-3858-4A9C-A5C2-576F5AD09565}" srcOrd="1" destOrd="0" presId="urn:microsoft.com/office/officeart/2016/7/layout/ChevronBlockProcess"/>
    <dgm:cxn modelId="{46CC9E6B-986D-4196-B996-408B5FB0250F}" type="presParOf" srcId="{010206F0-C9E5-40BA-BC52-C371BCF8F6AA}" destId="{1A452823-2144-439C-AF92-317F58E57B42}" srcOrd="3" destOrd="0" presId="urn:microsoft.com/office/officeart/2016/7/layout/ChevronBlockProcess"/>
    <dgm:cxn modelId="{E0C2B045-7E77-41E6-8713-FD0B4CC8927F}" type="presParOf" srcId="{010206F0-C9E5-40BA-BC52-C371BCF8F6AA}" destId="{9269D02E-BB71-4E4D-B1DE-84412BB99016}" srcOrd="4" destOrd="0" presId="urn:microsoft.com/office/officeart/2016/7/layout/ChevronBlockProcess"/>
    <dgm:cxn modelId="{DBA7787B-A8B6-41A3-B04C-4FD3894B7CDF}" type="presParOf" srcId="{9269D02E-BB71-4E4D-B1DE-84412BB99016}" destId="{2F88D71C-365A-4B66-9968-4152F6767DF4}" srcOrd="0" destOrd="0" presId="urn:microsoft.com/office/officeart/2016/7/layout/ChevronBlockProcess"/>
    <dgm:cxn modelId="{072D8A1C-BD93-4D8E-9C4F-B814093126E5}" type="presParOf" srcId="{9269D02E-BB71-4E4D-B1DE-84412BB99016}" destId="{0A33C3EE-6FDD-4471-932D-302E9C2315A5}" srcOrd="1" destOrd="0" presId="urn:microsoft.com/office/officeart/2016/7/layout/ChevronBlockProcess"/>
    <dgm:cxn modelId="{61A8BAE2-55B8-4CD8-879A-B60D13384D4C}" type="presParOf" srcId="{010206F0-C9E5-40BA-BC52-C371BCF8F6AA}" destId="{1BF73BC2-1E26-458E-BEAC-7EC0BD477639}" srcOrd="5" destOrd="0" presId="urn:microsoft.com/office/officeart/2016/7/layout/ChevronBlockProcess"/>
    <dgm:cxn modelId="{BF630F98-23CE-4207-BD2F-49BF5CF04B0A}" type="presParOf" srcId="{010206F0-C9E5-40BA-BC52-C371BCF8F6AA}" destId="{27725E84-F57C-4FA1-94F6-CDC0725658C8}" srcOrd="6" destOrd="0" presId="urn:microsoft.com/office/officeart/2016/7/layout/ChevronBlockProcess"/>
    <dgm:cxn modelId="{CCFCC08A-8B70-4E47-A2B0-B59E08D4B234}" type="presParOf" srcId="{27725E84-F57C-4FA1-94F6-CDC0725658C8}" destId="{FB02A566-C375-4D20-AC32-5C083095C6C6}" srcOrd="0" destOrd="0" presId="urn:microsoft.com/office/officeart/2016/7/layout/ChevronBlockProcess"/>
    <dgm:cxn modelId="{82B05B47-614C-4786-82F1-46683498C9E7}" type="presParOf" srcId="{27725E84-F57C-4FA1-94F6-CDC0725658C8}" destId="{92F05EA7-411F-4CAF-862D-7EF0E710C9DC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B227CF-B963-470B-ADBE-5D195F8A7539}" type="doc">
      <dgm:prSet loTypeId="urn:microsoft.com/office/officeart/2008/layout/LinedList" loCatId="list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271F6D10-EF20-4773-A22C-BA5D1F2C6606}">
      <dgm:prSet custT="1"/>
      <dgm:spPr/>
      <dgm:t>
        <a:bodyPr/>
        <a:lstStyle/>
        <a:p>
          <a:r>
            <a:rPr lang="en-US" sz="900" dirty="0"/>
            <a:t>Using AWS US East (N. Virginia) region</a:t>
          </a:r>
          <a:endParaRPr lang="en-US" sz="800" dirty="0"/>
        </a:p>
      </dgm:t>
    </dgm:pt>
    <dgm:pt modelId="{0626E3F3-6E1D-4E08-8F40-A4AB46ECFC8A}" type="parTrans" cxnId="{A1765EB1-7008-4639-A6DC-97518FB27A2E}">
      <dgm:prSet/>
      <dgm:spPr/>
      <dgm:t>
        <a:bodyPr/>
        <a:lstStyle/>
        <a:p>
          <a:endParaRPr lang="en-US"/>
        </a:p>
      </dgm:t>
    </dgm:pt>
    <dgm:pt modelId="{E5649492-03CA-4ED0-A454-CE567283ABEE}" type="sibTrans" cxnId="{A1765EB1-7008-4639-A6DC-97518FB27A2E}">
      <dgm:prSet/>
      <dgm:spPr/>
      <dgm:t>
        <a:bodyPr/>
        <a:lstStyle/>
        <a:p>
          <a:endParaRPr lang="en-US"/>
        </a:p>
      </dgm:t>
    </dgm:pt>
    <dgm:pt modelId="{74BAE64C-EBFC-4F08-81A5-10D91FE681CA}">
      <dgm:prSet/>
      <dgm:spPr/>
      <dgm:t>
        <a:bodyPr/>
        <a:lstStyle/>
        <a:p>
          <a:r>
            <a:rPr lang="en-US"/>
            <a:t>Load balancer</a:t>
          </a:r>
          <a:endParaRPr lang="en-US" dirty="0"/>
        </a:p>
      </dgm:t>
    </dgm:pt>
    <dgm:pt modelId="{CE0CD5BE-6E72-4B71-B17D-AEBCB4250A21}" type="parTrans" cxnId="{6DAF26F1-0270-4688-99D4-D7888F4A00FF}">
      <dgm:prSet/>
      <dgm:spPr/>
      <dgm:t>
        <a:bodyPr/>
        <a:lstStyle/>
        <a:p>
          <a:endParaRPr lang="en-US"/>
        </a:p>
      </dgm:t>
    </dgm:pt>
    <dgm:pt modelId="{585D4C35-BD04-4951-9BD3-00A5F8FFFE45}" type="sibTrans" cxnId="{6DAF26F1-0270-4688-99D4-D7888F4A00FF}">
      <dgm:prSet/>
      <dgm:spPr/>
      <dgm:t>
        <a:bodyPr/>
        <a:lstStyle/>
        <a:p>
          <a:endParaRPr lang="en-US"/>
        </a:p>
      </dgm:t>
    </dgm:pt>
    <dgm:pt modelId="{F1EF2AD8-CE8E-41D0-8E81-03A8C8C1AB67}">
      <dgm:prSet/>
      <dgm:spPr/>
      <dgm:t>
        <a:bodyPr/>
        <a:lstStyle/>
        <a:p>
          <a:r>
            <a:rPr lang="en-US">
              <a:ea typeface="Calibri"/>
              <a:cs typeface="Calibri"/>
            </a:rPr>
            <a:t>Single point of entry distributes load against a pool of resources</a:t>
          </a:r>
          <a:endParaRPr lang="en-US" dirty="0">
            <a:ea typeface="Calibri"/>
            <a:cs typeface="Calibri"/>
          </a:endParaRPr>
        </a:p>
      </dgm:t>
    </dgm:pt>
    <dgm:pt modelId="{FBE20F42-4B4E-46C2-92C0-90B97E05E8BD}" type="parTrans" cxnId="{31D4B6ED-8A1C-4D14-ABBF-DDA2563273E4}">
      <dgm:prSet/>
      <dgm:spPr/>
      <dgm:t>
        <a:bodyPr/>
        <a:lstStyle/>
        <a:p>
          <a:endParaRPr lang="en-US"/>
        </a:p>
      </dgm:t>
    </dgm:pt>
    <dgm:pt modelId="{4DFC8575-0786-4536-82C8-F2955E250DFC}" type="sibTrans" cxnId="{31D4B6ED-8A1C-4D14-ABBF-DDA2563273E4}">
      <dgm:prSet/>
      <dgm:spPr/>
      <dgm:t>
        <a:bodyPr/>
        <a:lstStyle/>
        <a:p>
          <a:endParaRPr lang="en-US"/>
        </a:p>
      </dgm:t>
    </dgm:pt>
    <dgm:pt modelId="{C128032D-1662-40FB-A621-900A66E4D2A9}">
      <dgm:prSet/>
      <dgm:spPr/>
      <dgm:t>
        <a:bodyPr/>
        <a:lstStyle/>
        <a:p>
          <a:r>
            <a:rPr lang="en-US"/>
            <a:t>Two-tier architecture</a:t>
          </a:r>
          <a:endParaRPr lang="en-US" dirty="0"/>
        </a:p>
      </dgm:t>
    </dgm:pt>
    <dgm:pt modelId="{96DE7C35-A257-4BCA-8EF5-0367F5CC4687}" type="parTrans" cxnId="{F80324C0-51ED-4724-8C91-F1A15CDEABAF}">
      <dgm:prSet/>
      <dgm:spPr/>
      <dgm:t>
        <a:bodyPr/>
        <a:lstStyle/>
        <a:p>
          <a:endParaRPr lang="en-US"/>
        </a:p>
      </dgm:t>
    </dgm:pt>
    <dgm:pt modelId="{0A6356E1-8D00-4087-90FC-22EC68C41435}" type="sibTrans" cxnId="{F80324C0-51ED-4724-8C91-F1A15CDEABAF}">
      <dgm:prSet/>
      <dgm:spPr/>
      <dgm:t>
        <a:bodyPr/>
        <a:lstStyle/>
        <a:p>
          <a:endParaRPr lang="en-US"/>
        </a:p>
      </dgm:t>
    </dgm:pt>
    <dgm:pt modelId="{176A74F5-1FA4-450B-B6C0-ED01835A8B06}">
      <dgm:prSet/>
      <dgm:spPr/>
      <dgm:t>
        <a:bodyPr/>
        <a:lstStyle/>
        <a:p>
          <a:r>
            <a:rPr lang="en-US">
              <a:ea typeface="Calibri"/>
              <a:cs typeface="Calibri"/>
            </a:rPr>
            <a:t>This will enhance performance &amp; security and eliminate single points of failure</a:t>
          </a:r>
          <a:endParaRPr lang="en-US" dirty="0">
            <a:ea typeface="Calibri"/>
            <a:cs typeface="Calibri"/>
          </a:endParaRPr>
        </a:p>
      </dgm:t>
    </dgm:pt>
    <dgm:pt modelId="{867A876D-4197-42C4-BAB7-D467AD7A3F6C}" type="parTrans" cxnId="{97DD68FA-5D80-4232-87F9-434C25044F25}">
      <dgm:prSet/>
      <dgm:spPr/>
      <dgm:t>
        <a:bodyPr/>
        <a:lstStyle/>
        <a:p>
          <a:endParaRPr lang="en-US"/>
        </a:p>
      </dgm:t>
    </dgm:pt>
    <dgm:pt modelId="{8AAA93FF-6593-4C23-AA51-037D2C09DD09}" type="sibTrans" cxnId="{97DD68FA-5D80-4232-87F9-434C25044F25}">
      <dgm:prSet/>
      <dgm:spPr/>
      <dgm:t>
        <a:bodyPr/>
        <a:lstStyle/>
        <a:p>
          <a:endParaRPr lang="en-US"/>
        </a:p>
      </dgm:t>
    </dgm:pt>
    <dgm:pt modelId="{5F8225A2-A867-492A-8F7F-676308A9E1CB}">
      <dgm:prSet/>
      <dgm:spPr/>
      <dgm:t>
        <a:bodyPr/>
        <a:lstStyle/>
        <a:p>
          <a:r>
            <a:rPr lang="en-US"/>
            <a:t>Auto scaling</a:t>
          </a:r>
          <a:endParaRPr lang="en-US" dirty="0"/>
        </a:p>
      </dgm:t>
    </dgm:pt>
    <dgm:pt modelId="{2EDA4248-E419-47E5-9ABA-34A77D487171}" type="parTrans" cxnId="{86E3710A-4E4C-42F3-96F8-9DED7887A829}">
      <dgm:prSet/>
      <dgm:spPr/>
      <dgm:t>
        <a:bodyPr/>
        <a:lstStyle/>
        <a:p>
          <a:endParaRPr lang="en-US"/>
        </a:p>
      </dgm:t>
    </dgm:pt>
    <dgm:pt modelId="{F9060839-5C7B-462C-89A3-ECB619ECB29E}" type="sibTrans" cxnId="{86E3710A-4E4C-42F3-96F8-9DED7887A829}">
      <dgm:prSet/>
      <dgm:spPr/>
      <dgm:t>
        <a:bodyPr/>
        <a:lstStyle/>
        <a:p>
          <a:endParaRPr lang="en-US"/>
        </a:p>
      </dgm:t>
    </dgm:pt>
    <dgm:pt modelId="{52D492B7-7D2C-43A8-99EC-ACC800C80D75}">
      <dgm:prSet/>
      <dgm:spPr/>
      <dgm:t>
        <a:bodyPr/>
        <a:lstStyle/>
        <a:p>
          <a:r>
            <a:rPr lang="en-US" dirty="0">
              <a:ea typeface="Calibri"/>
              <a:cs typeface="Calibri"/>
            </a:rPr>
            <a:t>This will help meet demand during spikes</a:t>
          </a:r>
        </a:p>
      </dgm:t>
    </dgm:pt>
    <dgm:pt modelId="{CA3103B4-C2A8-4EB4-A1F0-897AF2687A02}" type="parTrans" cxnId="{C6F88A49-808B-4957-A22A-7BAD6E87FD44}">
      <dgm:prSet/>
      <dgm:spPr/>
      <dgm:t>
        <a:bodyPr/>
        <a:lstStyle/>
        <a:p>
          <a:endParaRPr lang="en-US"/>
        </a:p>
      </dgm:t>
    </dgm:pt>
    <dgm:pt modelId="{4C06560F-0E59-4D06-9742-67D667B614FB}" type="sibTrans" cxnId="{C6F88A49-808B-4957-A22A-7BAD6E87FD44}">
      <dgm:prSet/>
      <dgm:spPr/>
      <dgm:t>
        <a:bodyPr/>
        <a:lstStyle/>
        <a:p>
          <a:endParaRPr lang="en-US"/>
        </a:p>
      </dgm:t>
    </dgm:pt>
    <dgm:pt modelId="{F1F92301-E42D-4F3B-871B-1554DC7EA459}">
      <dgm:prSet/>
      <dgm:spPr/>
      <dgm:t>
        <a:bodyPr/>
        <a:lstStyle/>
        <a:p>
          <a:r>
            <a:rPr lang="en-US"/>
            <a:t>Self-healing</a:t>
          </a:r>
          <a:endParaRPr lang="en-US" dirty="0"/>
        </a:p>
      </dgm:t>
    </dgm:pt>
    <dgm:pt modelId="{0117D761-4402-4B99-A6CD-21904DE2B73C}" type="parTrans" cxnId="{FE12A0F3-F50A-4E16-999E-23698476B4B0}">
      <dgm:prSet/>
      <dgm:spPr/>
      <dgm:t>
        <a:bodyPr/>
        <a:lstStyle/>
        <a:p>
          <a:endParaRPr lang="en-US"/>
        </a:p>
      </dgm:t>
    </dgm:pt>
    <dgm:pt modelId="{070AC1CA-6BF5-43D0-AB5C-D6560D8A6EF1}" type="sibTrans" cxnId="{FE12A0F3-F50A-4E16-999E-23698476B4B0}">
      <dgm:prSet/>
      <dgm:spPr/>
      <dgm:t>
        <a:bodyPr/>
        <a:lstStyle/>
        <a:p>
          <a:endParaRPr lang="en-US"/>
        </a:p>
      </dgm:t>
    </dgm:pt>
    <dgm:pt modelId="{6D1C432B-8A5D-4343-8238-821EDCF88155}">
      <dgm:prSet/>
      <dgm:spPr/>
      <dgm:t>
        <a:bodyPr/>
        <a:lstStyle/>
        <a:p>
          <a:r>
            <a:rPr lang="en-US" dirty="0">
              <a:ea typeface="Calibri"/>
              <a:cs typeface="Calibri"/>
            </a:rPr>
            <a:t>Cloud resources will have health monitoring and unhealthy resources can be automatically remedied</a:t>
          </a:r>
        </a:p>
      </dgm:t>
    </dgm:pt>
    <dgm:pt modelId="{FF088A6B-B332-4C67-82DC-0C30CDD72D77}" type="parTrans" cxnId="{B406E4F7-F7CF-4B5C-81CC-37B34B9B33E7}">
      <dgm:prSet/>
      <dgm:spPr/>
      <dgm:t>
        <a:bodyPr/>
        <a:lstStyle/>
        <a:p>
          <a:endParaRPr lang="en-US"/>
        </a:p>
      </dgm:t>
    </dgm:pt>
    <dgm:pt modelId="{D913D601-3354-4838-B18E-4B1B8C50D8DE}" type="sibTrans" cxnId="{B406E4F7-F7CF-4B5C-81CC-37B34B9B33E7}">
      <dgm:prSet/>
      <dgm:spPr/>
      <dgm:t>
        <a:bodyPr/>
        <a:lstStyle/>
        <a:p>
          <a:endParaRPr lang="en-US"/>
        </a:p>
      </dgm:t>
    </dgm:pt>
    <dgm:pt modelId="{C8BE43A2-8C30-4866-8E89-F18D97F2EC6D}" type="pres">
      <dgm:prSet presAssocID="{68B227CF-B963-470B-ADBE-5D195F8A7539}" presName="vert0" presStyleCnt="0">
        <dgm:presLayoutVars>
          <dgm:dir/>
          <dgm:animOne val="branch"/>
          <dgm:animLvl val="lvl"/>
        </dgm:presLayoutVars>
      </dgm:prSet>
      <dgm:spPr/>
    </dgm:pt>
    <dgm:pt modelId="{C669D630-1499-45EE-A6C7-8D7BA0095453}" type="pres">
      <dgm:prSet presAssocID="{271F6D10-EF20-4773-A22C-BA5D1F2C6606}" presName="thickLine" presStyleLbl="alignNode1" presStyleIdx="0" presStyleCnt="5"/>
      <dgm:spPr/>
    </dgm:pt>
    <dgm:pt modelId="{7844B01D-A348-4CCC-912C-57B644C74D0C}" type="pres">
      <dgm:prSet presAssocID="{271F6D10-EF20-4773-A22C-BA5D1F2C6606}" presName="horz1" presStyleCnt="0"/>
      <dgm:spPr/>
    </dgm:pt>
    <dgm:pt modelId="{A3B0D187-4900-4B0A-8306-558E8E0C1F0B}" type="pres">
      <dgm:prSet presAssocID="{271F6D10-EF20-4773-A22C-BA5D1F2C6606}" presName="tx1" presStyleLbl="revTx" presStyleIdx="0" presStyleCnt="9" custScaleX="489060"/>
      <dgm:spPr/>
    </dgm:pt>
    <dgm:pt modelId="{AF7E50D4-5A7D-433A-A2A3-602D2EF6BD03}" type="pres">
      <dgm:prSet presAssocID="{271F6D10-EF20-4773-A22C-BA5D1F2C6606}" presName="vert1" presStyleCnt="0"/>
      <dgm:spPr/>
    </dgm:pt>
    <dgm:pt modelId="{71F7AD1E-9BEE-4E45-96CE-5BB7BF98AA1E}" type="pres">
      <dgm:prSet presAssocID="{74BAE64C-EBFC-4F08-81A5-10D91FE681CA}" presName="thickLine" presStyleLbl="alignNode1" presStyleIdx="1" presStyleCnt="5"/>
      <dgm:spPr/>
    </dgm:pt>
    <dgm:pt modelId="{9287F5ED-41AB-4A46-B4DE-286E43DDF97B}" type="pres">
      <dgm:prSet presAssocID="{74BAE64C-EBFC-4F08-81A5-10D91FE681CA}" presName="horz1" presStyleCnt="0"/>
      <dgm:spPr/>
    </dgm:pt>
    <dgm:pt modelId="{5F4FD1E2-7B2E-4032-A854-01DA296F8EAC}" type="pres">
      <dgm:prSet presAssocID="{74BAE64C-EBFC-4F08-81A5-10D91FE681CA}" presName="tx1" presStyleLbl="revTx" presStyleIdx="1" presStyleCnt="9"/>
      <dgm:spPr/>
    </dgm:pt>
    <dgm:pt modelId="{9D820FE3-7CAB-41E8-99DC-E0253B841B95}" type="pres">
      <dgm:prSet presAssocID="{74BAE64C-EBFC-4F08-81A5-10D91FE681CA}" presName="vert1" presStyleCnt="0"/>
      <dgm:spPr/>
    </dgm:pt>
    <dgm:pt modelId="{FA2149CB-FB8A-4EBC-9BEB-3F91227B0564}" type="pres">
      <dgm:prSet presAssocID="{F1EF2AD8-CE8E-41D0-8E81-03A8C8C1AB67}" presName="vertSpace2a" presStyleCnt="0"/>
      <dgm:spPr/>
    </dgm:pt>
    <dgm:pt modelId="{1E29F20A-4264-4833-87AB-111A3BB57C72}" type="pres">
      <dgm:prSet presAssocID="{F1EF2AD8-CE8E-41D0-8E81-03A8C8C1AB67}" presName="horz2" presStyleCnt="0"/>
      <dgm:spPr/>
    </dgm:pt>
    <dgm:pt modelId="{D9306333-94B2-4CDB-AF9F-D3702A13550B}" type="pres">
      <dgm:prSet presAssocID="{F1EF2AD8-CE8E-41D0-8E81-03A8C8C1AB67}" presName="horzSpace2" presStyleCnt="0"/>
      <dgm:spPr/>
    </dgm:pt>
    <dgm:pt modelId="{E50B4B3B-921D-4A44-8CA2-DABCA8E32359}" type="pres">
      <dgm:prSet presAssocID="{F1EF2AD8-CE8E-41D0-8E81-03A8C8C1AB67}" presName="tx2" presStyleLbl="revTx" presStyleIdx="2" presStyleCnt="9"/>
      <dgm:spPr/>
    </dgm:pt>
    <dgm:pt modelId="{2841C526-85CA-4188-9823-EB982B0D8575}" type="pres">
      <dgm:prSet presAssocID="{F1EF2AD8-CE8E-41D0-8E81-03A8C8C1AB67}" presName="vert2" presStyleCnt="0"/>
      <dgm:spPr/>
    </dgm:pt>
    <dgm:pt modelId="{AE089ACF-CA59-4A9A-B83E-FAC41057DCB9}" type="pres">
      <dgm:prSet presAssocID="{F1EF2AD8-CE8E-41D0-8E81-03A8C8C1AB67}" presName="thinLine2b" presStyleLbl="callout" presStyleIdx="0" presStyleCnt="4"/>
      <dgm:spPr/>
    </dgm:pt>
    <dgm:pt modelId="{F948ADD9-A85B-4CCA-9AF7-A72DAC868706}" type="pres">
      <dgm:prSet presAssocID="{F1EF2AD8-CE8E-41D0-8E81-03A8C8C1AB67}" presName="vertSpace2b" presStyleCnt="0"/>
      <dgm:spPr/>
    </dgm:pt>
    <dgm:pt modelId="{7A5643B1-5E6B-4B2C-8A8F-821683AEE95D}" type="pres">
      <dgm:prSet presAssocID="{C128032D-1662-40FB-A621-900A66E4D2A9}" presName="thickLine" presStyleLbl="alignNode1" presStyleIdx="2" presStyleCnt="5"/>
      <dgm:spPr/>
    </dgm:pt>
    <dgm:pt modelId="{1F64DA87-433C-433B-911E-F8281282E24E}" type="pres">
      <dgm:prSet presAssocID="{C128032D-1662-40FB-A621-900A66E4D2A9}" presName="horz1" presStyleCnt="0"/>
      <dgm:spPr/>
    </dgm:pt>
    <dgm:pt modelId="{4E8DFEA9-8A6E-40BE-B33A-08BA61E0765E}" type="pres">
      <dgm:prSet presAssocID="{C128032D-1662-40FB-A621-900A66E4D2A9}" presName="tx1" presStyleLbl="revTx" presStyleIdx="3" presStyleCnt="9"/>
      <dgm:spPr/>
    </dgm:pt>
    <dgm:pt modelId="{CBB64372-90F3-4E5F-BA2F-F09DD4817B37}" type="pres">
      <dgm:prSet presAssocID="{C128032D-1662-40FB-A621-900A66E4D2A9}" presName="vert1" presStyleCnt="0"/>
      <dgm:spPr/>
    </dgm:pt>
    <dgm:pt modelId="{2B13851C-EDB4-44CB-86ED-4BB35539DDEE}" type="pres">
      <dgm:prSet presAssocID="{176A74F5-1FA4-450B-B6C0-ED01835A8B06}" presName="vertSpace2a" presStyleCnt="0"/>
      <dgm:spPr/>
    </dgm:pt>
    <dgm:pt modelId="{0732BE6A-42FC-4863-8CF0-468A09EDEBDF}" type="pres">
      <dgm:prSet presAssocID="{176A74F5-1FA4-450B-B6C0-ED01835A8B06}" presName="horz2" presStyleCnt="0"/>
      <dgm:spPr/>
    </dgm:pt>
    <dgm:pt modelId="{FA5D0F2F-46E5-489E-BD0E-B142614D79F2}" type="pres">
      <dgm:prSet presAssocID="{176A74F5-1FA4-450B-B6C0-ED01835A8B06}" presName="horzSpace2" presStyleCnt="0"/>
      <dgm:spPr/>
    </dgm:pt>
    <dgm:pt modelId="{9E8CA11A-2F05-4FC7-9250-E2298139AA19}" type="pres">
      <dgm:prSet presAssocID="{176A74F5-1FA4-450B-B6C0-ED01835A8B06}" presName="tx2" presStyleLbl="revTx" presStyleIdx="4" presStyleCnt="9"/>
      <dgm:spPr/>
    </dgm:pt>
    <dgm:pt modelId="{906869A5-98D3-4EA7-BBDC-E5D1863F19D7}" type="pres">
      <dgm:prSet presAssocID="{176A74F5-1FA4-450B-B6C0-ED01835A8B06}" presName="vert2" presStyleCnt="0"/>
      <dgm:spPr/>
    </dgm:pt>
    <dgm:pt modelId="{AA301A27-293B-4AB4-8A99-B8D4E6F48C14}" type="pres">
      <dgm:prSet presAssocID="{176A74F5-1FA4-450B-B6C0-ED01835A8B06}" presName="thinLine2b" presStyleLbl="callout" presStyleIdx="1" presStyleCnt="4"/>
      <dgm:spPr/>
    </dgm:pt>
    <dgm:pt modelId="{BBE796FE-B216-47E0-8227-25307F2F0F62}" type="pres">
      <dgm:prSet presAssocID="{176A74F5-1FA4-450B-B6C0-ED01835A8B06}" presName="vertSpace2b" presStyleCnt="0"/>
      <dgm:spPr/>
    </dgm:pt>
    <dgm:pt modelId="{BD046130-C728-4E55-B1C6-526885D5387A}" type="pres">
      <dgm:prSet presAssocID="{5F8225A2-A867-492A-8F7F-676308A9E1CB}" presName="thickLine" presStyleLbl="alignNode1" presStyleIdx="3" presStyleCnt="5"/>
      <dgm:spPr/>
    </dgm:pt>
    <dgm:pt modelId="{E46A6592-49A0-4EA0-A2F6-4B26D5BC1EA7}" type="pres">
      <dgm:prSet presAssocID="{5F8225A2-A867-492A-8F7F-676308A9E1CB}" presName="horz1" presStyleCnt="0"/>
      <dgm:spPr/>
    </dgm:pt>
    <dgm:pt modelId="{23DA310C-F31B-4BD1-87A3-57A916876CFC}" type="pres">
      <dgm:prSet presAssocID="{5F8225A2-A867-492A-8F7F-676308A9E1CB}" presName="tx1" presStyleLbl="revTx" presStyleIdx="5" presStyleCnt="9"/>
      <dgm:spPr/>
    </dgm:pt>
    <dgm:pt modelId="{29960E62-DFFF-4C7C-8410-C55FEB92A8B3}" type="pres">
      <dgm:prSet presAssocID="{5F8225A2-A867-492A-8F7F-676308A9E1CB}" presName="vert1" presStyleCnt="0"/>
      <dgm:spPr/>
    </dgm:pt>
    <dgm:pt modelId="{2927FD26-9F25-4782-A7B2-623A07F29B78}" type="pres">
      <dgm:prSet presAssocID="{52D492B7-7D2C-43A8-99EC-ACC800C80D75}" presName="vertSpace2a" presStyleCnt="0"/>
      <dgm:spPr/>
    </dgm:pt>
    <dgm:pt modelId="{AEE8FDF1-FB03-4FFD-88D4-303C8012F025}" type="pres">
      <dgm:prSet presAssocID="{52D492B7-7D2C-43A8-99EC-ACC800C80D75}" presName="horz2" presStyleCnt="0"/>
      <dgm:spPr/>
    </dgm:pt>
    <dgm:pt modelId="{6385A76E-E5FF-4428-98BF-66A36D66DB48}" type="pres">
      <dgm:prSet presAssocID="{52D492B7-7D2C-43A8-99EC-ACC800C80D75}" presName="horzSpace2" presStyleCnt="0"/>
      <dgm:spPr/>
    </dgm:pt>
    <dgm:pt modelId="{837DC585-09FF-4FAC-BB70-0AACB1C5824F}" type="pres">
      <dgm:prSet presAssocID="{52D492B7-7D2C-43A8-99EC-ACC800C80D75}" presName="tx2" presStyleLbl="revTx" presStyleIdx="6" presStyleCnt="9"/>
      <dgm:spPr/>
    </dgm:pt>
    <dgm:pt modelId="{1899DE11-EFF0-4DF3-A195-F365BD3134B6}" type="pres">
      <dgm:prSet presAssocID="{52D492B7-7D2C-43A8-99EC-ACC800C80D75}" presName="vert2" presStyleCnt="0"/>
      <dgm:spPr/>
    </dgm:pt>
    <dgm:pt modelId="{84BC2C7B-1D42-44D5-ACD3-55CDC5C4797C}" type="pres">
      <dgm:prSet presAssocID="{52D492B7-7D2C-43A8-99EC-ACC800C80D75}" presName="thinLine2b" presStyleLbl="callout" presStyleIdx="2" presStyleCnt="4"/>
      <dgm:spPr/>
    </dgm:pt>
    <dgm:pt modelId="{1AA3FD34-46BA-4FC2-AA89-BC573D4DA346}" type="pres">
      <dgm:prSet presAssocID="{52D492B7-7D2C-43A8-99EC-ACC800C80D75}" presName="vertSpace2b" presStyleCnt="0"/>
      <dgm:spPr/>
    </dgm:pt>
    <dgm:pt modelId="{0628A935-E308-4E77-88B6-5B5D09D3A783}" type="pres">
      <dgm:prSet presAssocID="{F1F92301-E42D-4F3B-871B-1554DC7EA459}" presName="thickLine" presStyleLbl="alignNode1" presStyleIdx="4" presStyleCnt="5"/>
      <dgm:spPr/>
    </dgm:pt>
    <dgm:pt modelId="{D8A1C78C-59CA-4CFF-82E2-DAD8E348E029}" type="pres">
      <dgm:prSet presAssocID="{F1F92301-E42D-4F3B-871B-1554DC7EA459}" presName="horz1" presStyleCnt="0"/>
      <dgm:spPr/>
    </dgm:pt>
    <dgm:pt modelId="{30C2D86B-A97C-4FD1-8D55-AA3BD8234241}" type="pres">
      <dgm:prSet presAssocID="{F1F92301-E42D-4F3B-871B-1554DC7EA459}" presName="tx1" presStyleLbl="revTx" presStyleIdx="7" presStyleCnt="9"/>
      <dgm:spPr/>
    </dgm:pt>
    <dgm:pt modelId="{7BEF163B-0A83-4538-8ADB-DCBEF1C268B6}" type="pres">
      <dgm:prSet presAssocID="{F1F92301-E42D-4F3B-871B-1554DC7EA459}" presName="vert1" presStyleCnt="0"/>
      <dgm:spPr/>
    </dgm:pt>
    <dgm:pt modelId="{B1638BC3-63D6-4426-AF3A-9BA836AB6E3E}" type="pres">
      <dgm:prSet presAssocID="{6D1C432B-8A5D-4343-8238-821EDCF88155}" presName="vertSpace2a" presStyleCnt="0"/>
      <dgm:spPr/>
    </dgm:pt>
    <dgm:pt modelId="{2DDEDA0C-6F8D-47D1-B9D3-75DC89DC2191}" type="pres">
      <dgm:prSet presAssocID="{6D1C432B-8A5D-4343-8238-821EDCF88155}" presName="horz2" presStyleCnt="0"/>
      <dgm:spPr/>
    </dgm:pt>
    <dgm:pt modelId="{5F65098F-C812-4019-BB16-C2FB8E519190}" type="pres">
      <dgm:prSet presAssocID="{6D1C432B-8A5D-4343-8238-821EDCF88155}" presName="horzSpace2" presStyleCnt="0"/>
      <dgm:spPr/>
    </dgm:pt>
    <dgm:pt modelId="{72C5B6C4-86C0-4169-BE69-ACCC922244D2}" type="pres">
      <dgm:prSet presAssocID="{6D1C432B-8A5D-4343-8238-821EDCF88155}" presName="tx2" presStyleLbl="revTx" presStyleIdx="8" presStyleCnt="9"/>
      <dgm:spPr/>
    </dgm:pt>
    <dgm:pt modelId="{6BC6DF07-95F7-4E5F-A353-FFB3928BA0B1}" type="pres">
      <dgm:prSet presAssocID="{6D1C432B-8A5D-4343-8238-821EDCF88155}" presName="vert2" presStyleCnt="0"/>
      <dgm:spPr/>
    </dgm:pt>
    <dgm:pt modelId="{71AC3ECC-960C-4AD0-8E95-D772AC39AE0B}" type="pres">
      <dgm:prSet presAssocID="{6D1C432B-8A5D-4343-8238-821EDCF88155}" presName="thinLine2b" presStyleLbl="callout" presStyleIdx="3" presStyleCnt="4"/>
      <dgm:spPr/>
    </dgm:pt>
    <dgm:pt modelId="{312E06E9-1793-43F8-A428-E8AF48F493FB}" type="pres">
      <dgm:prSet presAssocID="{6D1C432B-8A5D-4343-8238-821EDCF88155}" presName="vertSpace2b" presStyleCnt="0"/>
      <dgm:spPr/>
    </dgm:pt>
  </dgm:ptLst>
  <dgm:cxnLst>
    <dgm:cxn modelId="{86E3710A-4E4C-42F3-96F8-9DED7887A829}" srcId="{68B227CF-B963-470B-ADBE-5D195F8A7539}" destId="{5F8225A2-A867-492A-8F7F-676308A9E1CB}" srcOrd="3" destOrd="0" parTransId="{2EDA4248-E419-47E5-9ABA-34A77D487171}" sibTransId="{F9060839-5C7B-462C-89A3-ECB619ECB29E}"/>
    <dgm:cxn modelId="{9E0E1F21-593A-4931-86A5-E00A3138199F}" type="presOf" srcId="{6D1C432B-8A5D-4343-8238-821EDCF88155}" destId="{72C5B6C4-86C0-4169-BE69-ACCC922244D2}" srcOrd="0" destOrd="0" presId="urn:microsoft.com/office/officeart/2008/layout/LinedList"/>
    <dgm:cxn modelId="{EC8A9C31-0C2B-4A82-98B7-32D462C4E775}" type="presOf" srcId="{74BAE64C-EBFC-4F08-81A5-10D91FE681CA}" destId="{5F4FD1E2-7B2E-4032-A854-01DA296F8EAC}" srcOrd="0" destOrd="0" presId="urn:microsoft.com/office/officeart/2008/layout/LinedList"/>
    <dgm:cxn modelId="{B646C362-130B-4F40-9975-DB035D539BB4}" type="presOf" srcId="{52D492B7-7D2C-43A8-99EC-ACC800C80D75}" destId="{837DC585-09FF-4FAC-BB70-0AACB1C5824F}" srcOrd="0" destOrd="0" presId="urn:microsoft.com/office/officeart/2008/layout/LinedList"/>
    <dgm:cxn modelId="{C6F88A49-808B-4957-A22A-7BAD6E87FD44}" srcId="{5F8225A2-A867-492A-8F7F-676308A9E1CB}" destId="{52D492B7-7D2C-43A8-99EC-ACC800C80D75}" srcOrd="0" destOrd="0" parTransId="{CA3103B4-C2A8-4EB4-A1F0-897AF2687A02}" sibTransId="{4C06560F-0E59-4D06-9742-67D667B614FB}"/>
    <dgm:cxn modelId="{5712C559-3C3D-443E-8515-E5A94B9C9FF9}" type="presOf" srcId="{C128032D-1662-40FB-A621-900A66E4D2A9}" destId="{4E8DFEA9-8A6E-40BE-B33A-08BA61E0765E}" srcOrd="0" destOrd="0" presId="urn:microsoft.com/office/officeart/2008/layout/LinedList"/>
    <dgm:cxn modelId="{18C26C7A-5AA0-49B6-B4B0-25F0675443F4}" type="presOf" srcId="{5F8225A2-A867-492A-8F7F-676308A9E1CB}" destId="{23DA310C-F31B-4BD1-87A3-57A916876CFC}" srcOrd="0" destOrd="0" presId="urn:microsoft.com/office/officeart/2008/layout/LinedList"/>
    <dgm:cxn modelId="{F6D3527F-E804-436D-91E6-8BD92CD06EB3}" type="presOf" srcId="{271F6D10-EF20-4773-A22C-BA5D1F2C6606}" destId="{A3B0D187-4900-4B0A-8306-558E8E0C1F0B}" srcOrd="0" destOrd="0" presId="urn:microsoft.com/office/officeart/2008/layout/LinedList"/>
    <dgm:cxn modelId="{E7EE5E8C-063B-4238-BD6A-E076B31B6AB8}" type="presOf" srcId="{F1F92301-E42D-4F3B-871B-1554DC7EA459}" destId="{30C2D86B-A97C-4FD1-8D55-AA3BD8234241}" srcOrd="0" destOrd="0" presId="urn:microsoft.com/office/officeart/2008/layout/LinedList"/>
    <dgm:cxn modelId="{51BD8690-3207-46C5-9D2C-19959AD8348D}" type="presOf" srcId="{F1EF2AD8-CE8E-41D0-8E81-03A8C8C1AB67}" destId="{E50B4B3B-921D-4A44-8CA2-DABCA8E32359}" srcOrd="0" destOrd="0" presId="urn:microsoft.com/office/officeart/2008/layout/LinedList"/>
    <dgm:cxn modelId="{82CBA59C-FA6A-469C-9A82-43730CCF79C4}" type="presOf" srcId="{176A74F5-1FA4-450B-B6C0-ED01835A8B06}" destId="{9E8CA11A-2F05-4FC7-9250-E2298139AA19}" srcOrd="0" destOrd="0" presId="urn:microsoft.com/office/officeart/2008/layout/LinedList"/>
    <dgm:cxn modelId="{A1765EB1-7008-4639-A6DC-97518FB27A2E}" srcId="{68B227CF-B963-470B-ADBE-5D195F8A7539}" destId="{271F6D10-EF20-4773-A22C-BA5D1F2C6606}" srcOrd="0" destOrd="0" parTransId="{0626E3F3-6E1D-4E08-8F40-A4AB46ECFC8A}" sibTransId="{E5649492-03CA-4ED0-A454-CE567283ABEE}"/>
    <dgm:cxn modelId="{F80324C0-51ED-4724-8C91-F1A15CDEABAF}" srcId="{68B227CF-B963-470B-ADBE-5D195F8A7539}" destId="{C128032D-1662-40FB-A621-900A66E4D2A9}" srcOrd="2" destOrd="0" parTransId="{96DE7C35-A257-4BCA-8EF5-0367F5CC4687}" sibTransId="{0A6356E1-8D00-4087-90FC-22EC68C41435}"/>
    <dgm:cxn modelId="{95092CE7-0428-499D-97DC-073404D97654}" type="presOf" srcId="{68B227CF-B963-470B-ADBE-5D195F8A7539}" destId="{C8BE43A2-8C30-4866-8E89-F18D97F2EC6D}" srcOrd="0" destOrd="0" presId="urn:microsoft.com/office/officeart/2008/layout/LinedList"/>
    <dgm:cxn modelId="{31D4B6ED-8A1C-4D14-ABBF-DDA2563273E4}" srcId="{74BAE64C-EBFC-4F08-81A5-10D91FE681CA}" destId="{F1EF2AD8-CE8E-41D0-8E81-03A8C8C1AB67}" srcOrd="0" destOrd="0" parTransId="{FBE20F42-4B4E-46C2-92C0-90B97E05E8BD}" sibTransId="{4DFC8575-0786-4536-82C8-F2955E250DFC}"/>
    <dgm:cxn modelId="{6DAF26F1-0270-4688-99D4-D7888F4A00FF}" srcId="{68B227CF-B963-470B-ADBE-5D195F8A7539}" destId="{74BAE64C-EBFC-4F08-81A5-10D91FE681CA}" srcOrd="1" destOrd="0" parTransId="{CE0CD5BE-6E72-4B71-B17D-AEBCB4250A21}" sibTransId="{585D4C35-BD04-4951-9BD3-00A5F8FFFE45}"/>
    <dgm:cxn modelId="{FE12A0F3-F50A-4E16-999E-23698476B4B0}" srcId="{68B227CF-B963-470B-ADBE-5D195F8A7539}" destId="{F1F92301-E42D-4F3B-871B-1554DC7EA459}" srcOrd="4" destOrd="0" parTransId="{0117D761-4402-4B99-A6CD-21904DE2B73C}" sibTransId="{070AC1CA-6BF5-43D0-AB5C-D6560D8A6EF1}"/>
    <dgm:cxn modelId="{B406E4F7-F7CF-4B5C-81CC-37B34B9B33E7}" srcId="{F1F92301-E42D-4F3B-871B-1554DC7EA459}" destId="{6D1C432B-8A5D-4343-8238-821EDCF88155}" srcOrd="0" destOrd="0" parTransId="{FF088A6B-B332-4C67-82DC-0C30CDD72D77}" sibTransId="{D913D601-3354-4838-B18E-4B1B8C50D8DE}"/>
    <dgm:cxn modelId="{97DD68FA-5D80-4232-87F9-434C25044F25}" srcId="{C128032D-1662-40FB-A621-900A66E4D2A9}" destId="{176A74F5-1FA4-450B-B6C0-ED01835A8B06}" srcOrd="0" destOrd="0" parTransId="{867A876D-4197-42C4-BAB7-D467AD7A3F6C}" sibTransId="{8AAA93FF-6593-4C23-AA51-037D2C09DD09}"/>
    <dgm:cxn modelId="{F2D596F4-370D-4A6A-9EBD-8ADD487F6B39}" type="presParOf" srcId="{C8BE43A2-8C30-4866-8E89-F18D97F2EC6D}" destId="{C669D630-1499-45EE-A6C7-8D7BA0095453}" srcOrd="0" destOrd="0" presId="urn:microsoft.com/office/officeart/2008/layout/LinedList"/>
    <dgm:cxn modelId="{EE0C6993-896D-44FA-ACC8-C41153809FEE}" type="presParOf" srcId="{C8BE43A2-8C30-4866-8E89-F18D97F2EC6D}" destId="{7844B01D-A348-4CCC-912C-57B644C74D0C}" srcOrd="1" destOrd="0" presId="urn:microsoft.com/office/officeart/2008/layout/LinedList"/>
    <dgm:cxn modelId="{EFAA8E98-62DA-4FEB-9D71-6F71C0761596}" type="presParOf" srcId="{7844B01D-A348-4CCC-912C-57B644C74D0C}" destId="{A3B0D187-4900-4B0A-8306-558E8E0C1F0B}" srcOrd="0" destOrd="0" presId="urn:microsoft.com/office/officeart/2008/layout/LinedList"/>
    <dgm:cxn modelId="{ADD287EA-1CBE-49BD-80FF-B49E44D09BC8}" type="presParOf" srcId="{7844B01D-A348-4CCC-912C-57B644C74D0C}" destId="{AF7E50D4-5A7D-433A-A2A3-602D2EF6BD03}" srcOrd="1" destOrd="0" presId="urn:microsoft.com/office/officeart/2008/layout/LinedList"/>
    <dgm:cxn modelId="{DADBC586-AD65-4A91-BDF6-C629DD9AD241}" type="presParOf" srcId="{C8BE43A2-8C30-4866-8E89-F18D97F2EC6D}" destId="{71F7AD1E-9BEE-4E45-96CE-5BB7BF98AA1E}" srcOrd="2" destOrd="0" presId="urn:microsoft.com/office/officeart/2008/layout/LinedList"/>
    <dgm:cxn modelId="{E677AC5D-73CA-4234-B676-CF6F6F78B47B}" type="presParOf" srcId="{C8BE43A2-8C30-4866-8E89-F18D97F2EC6D}" destId="{9287F5ED-41AB-4A46-B4DE-286E43DDF97B}" srcOrd="3" destOrd="0" presId="urn:microsoft.com/office/officeart/2008/layout/LinedList"/>
    <dgm:cxn modelId="{88201349-6B7A-4478-8E03-10822653A375}" type="presParOf" srcId="{9287F5ED-41AB-4A46-B4DE-286E43DDF97B}" destId="{5F4FD1E2-7B2E-4032-A854-01DA296F8EAC}" srcOrd="0" destOrd="0" presId="urn:microsoft.com/office/officeart/2008/layout/LinedList"/>
    <dgm:cxn modelId="{80084CD1-ECE0-4244-B4FE-98A7684B2382}" type="presParOf" srcId="{9287F5ED-41AB-4A46-B4DE-286E43DDF97B}" destId="{9D820FE3-7CAB-41E8-99DC-E0253B841B95}" srcOrd="1" destOrd="0" presId="urn:microsoft.com/office/officeart/2008/layout/LinedList"/>
    <dgm:cxn modelId="{77FC697E-A240-48B7-A328-1FA6E0B881BB}" type="presParOf" srcId="{9D820FE3-7CAB-41E8-99DC-E0253B841B95}" destId="{FA2149CB-FB8A-4EBC-9BEB-3F91227B0564}" srcOrd="0" destOrd="0" presId="urn:microsoft.com/office/officeart/2008/layout/LinedList"/>
    <dgm:cxn modelId="{49329714-DA46-4C13-96BB-18545AEC15C8}" type="presParOf" srcId="{9D820FE3-7CAB-41E8-99DC-E0253B841B95}" destId="{1E29F20A-4264-4833-87AB-111A3BB57C72}" srcOrd="1" destOrd="0" presId="urn:microsoft.com/office/officeart/2008/layout/LinedList"/>
    <dgm:cxn modelId="{94E080CF-3BC8-4043-9526-D8BE4316A19F}" type="presParOf" srcId="{1E29F20A-4264-4833-87AB-111A3BB57C72}" destId="{D9306333-94B2-4CDB-AF9F-D3702A13550B}" srcOrd="0" destOrd="0" presId="urn:microsoft.com/office/officeart/2008/layout/LinedList"/>
    <dgm:cxn modelId="{F4A8EC5F-4E8C-4F92-B3A3-286204EB712B}" type="presParOf" srcId="{1E29F20A-4264-4833-87AB-111A3BB57C72}" destId="{E50B4B3B-921D-4A44-8CA2-DABCA8E32359}" srcOrd="1" destOrd="0" presId="urn:microsoft.com/office/officeart/2008/layout/LinedList"/>
    <dgm:cxn modelId="{3B81F688-D5EB-472C-A812-72156EEE27F2}" type="presParOf" srcId="{1E29F20A-4264-4833-87AB-111A3BB57C72}" destId="{2841C526-85CA-4188-9823-EB982B0D8575}" srcOrd="2" destOrd="0" presId="urn:microsoft.com/office/officeart/2008/layout/LinedList"/>
    <dgm:cxn modelId="{29AE2BC6-B1B0-410A-A22B-6C1354102F5A}" type="presParOf" srcId="{9D820FE3-7CAB-41E8-99DC-E0253B841B95}" destId="{AE089ACF-CA59-4A9A-B83E-FAC41057DCB9}" srcOrd="2" destOrd="0" presId="urn:microsoft.com/office/officeart/2008/layout/LinedList"/>
    <dgm:cxn modelId="{81976CBD-5227-4979-A4B1-3C6978478463}" type="presParOf" srcId="{9D820FE3-7CAB-41E8-99DC-E0253B841B95}" destId="{F948ADD9-A85B-4CCA-9AF7-A72DAC868706}" srcOrd="3" destOrd="0" presId="urn:microsoft.com/office/officeart/2008/layout/LinedList"/>
    <dgm:cxn modelId="{F7288124-F459-4E97-B76D-8DD810A2078A}" type="presParOf" srcId="{C8BE43A2-8C30-4866-8E89-F18D97F2EC6D}" destId="{7A5643B1-5E6B-4B2C-8A8F-821683AEE95D}" srcOrd="4" destOrd="0" presId="urn:microsoft.com/office/officeart/2008/layout/LinedList"/>
    <dgm:cxn modelId="{FF9093BB-009A-4EB4-8DB7-2168E76A8043}" type="presParOf" srcId="{C8BE43A2-8C30-4866-8E89-F18D97F2EC6D}" destId="{1F64DA87-433C-433B-911E-F8281282E24E}" srcOrd="5" destOrd="0" presId="urn:microsoft.com/office/officeart/2008/layout/LinedList"/>
    <dgm:cxn modelId="{CADCB57A-5B9C-45F3-8D5D-74DE87B09876}" type="presParOf" srcId="{1F64DA87-433C-433B-911E-F8281282E24E}" destId="{4E8DFEA9-8A6E-40BE-B33A-08BA61E0765E}" srcOrd="0" destOrd="0" presId="urn:microsoft.com/office/officeart/2008/layout/LinedList"/>
    <dgm:cxn modelId="{1076C301-EAFF-4BCA-B32A-BEA94824E2D8}" type="presParOf" srcId="{1F64DA87-433C-433B-911E-F8281282E24E}" destId="{CBB64372-90F3-4E5F-BA2F-F09DD4817B37}" srcOrd="1" destOrd="0" presId="urn:microsoft.com/office/officeart/2008/layout/LinedList"/>
    <dgm:cxn modelId="{3F8BD748-E4DD-4DF5-B265-6DED60B10F17}" type="presParOf" srcId="{CBB64372-90F3-4E5F-BA2F-F09DD4817B37}" destId="{2B13851C-EDB4-44CB-86ED-4BB35539DDEE}" srcOrd="0" destOrd="0" presId="urn:microsoft.com/office/officeart/2008/layout/LinedList"/>
    <dgm:cxn modelId="{5375F33F-9E24-45C1-AE0F-31A0A94CA9C3}" type="presParOf" srcId="{CBB64372-90F3-4E5F-BA2F-F09DD4817B37}" destId="{0732BE6A-42FC-4863-8CF0-468A09EDEBDF}" srcOrd="1" destOrd="0" presId="urn:microsoft.com/office/officeart/2008/layout/LinedList"/>
    <dgm:cxn modelId="{9BA18ED2-D96D-4213-B450-A352E9637CC5}" type="presParOf" srcId="{0732BE6A-42FC-4863-8CF0-468A09EDEBDF}" destId="{FA5D0F2F-46E5-489E-BD0E-B142614D79F2}" srcOrd="0" destOrd="0" presId="urn:microsoft.com/office/officeart/2008/layout/LinedList"/>
    <dgm:cxn modelId="{C2959768-44AE-4EEA-AC93-1E6A916B5369}" type="presParOf" srcId="{0732BE6A-42FC-4863-8CF0-468A09EDEBDF}" destId="{9E8CA11A-2F05-4FC7-9250-E2298139AA19}" srcOrd="1" destOrd="0" presId="urn:microsoft.com/office/officeart/2008/layout/LinedList"/>
    <dgm:cxn modelId="{F32E399E-49FB-4D3E-9534-9141DF208102}" type="presParOf" srcId="{0732BE6A-42FC-4863-8CF0-468A09EDEBDF}" destId="{906869A5-98D3-4EA7-BBDC-E5D1863F19D7}" srcOrd="2" destOrd="0" presId="urn:microsoft.com/office/officeart/2008/layout/LinedList"/>
    <dgm:cxn modelId="{BCC2615B-CAD7-4BC2-AD3A-40BF2559C2F8}" type="presParOf" srcId="{CBB64372-90F3-4E5F-BA2F-F09DD4817B37}" destId="{AA301A27-293B-4AB4-8A99-B8D4E6F48C14}" srcOrd="2" destOrd="0" presId="urn:microsoft.com/office/officeart/2008/layout/LinedList"/>
    <dgm:cxn modelId="{04B92645-DEE4-4F29-9B98-0B3A1EECCE6B}" type="presParOf" srcId="{CBB64372-90F3-4E5F-BA2F-F09DD4817B37}" destId="{BBE796FE-B216-47E0-8227-25307F2F0F62}" srcOrd="3" destOrd="0" presId="urn:microsoft.com/office/officeart/2008/layout/LinedList"/>
    <dgm:cxn modelId="{D0B103D8-EE1A-4B0E-A3C8-5883D86BCBEE}" type="presParOf" srcId="{C8BE43A2-8C30-4866-8E89-F18D97F2EC6D}" destId="{BD046130-C728-4E55-B1C6-526885D5387A}" srcOrd="6" destOrd="0" presId="urn:microsoft.com/office/officeart/2008/layout/LinedList"/>
    <dgm:cxn modelId="{F3564507-B6B1-4EAF-B47E-84199E9B4783}" type="presParOf" srcId="{C8BE43A2-8C30-4866-8E89-F18D97F2EC6D}" destId="{E46A6592-49A0-4EA0-A2F6-4B26D5BC1EA7}" srcOrd="7" destOrd="0" presId="urn:microsoft.com/office/officeart/2008/layout/LinedList"/>
    <dgm:cxn modelId="{68647C1A-C492-4F8D-8C45-6A14A3CE4FA7}" type="presParOf" srcId="{E46A6592-49A0-4EA0-A2F6-4B26D5BC1EA7}" destId="{23DA310C-F31B-4BD1-87A3-57A916876CFC}" srcOrd="0" destOrd="0" presId="urn:microsoft.com/office/officeart/2008/layout/LinedList"/>
    <dgm:cxn modelId="{8EA5A9DD-8522-43B4-A5FB-3CAF66815DF1}" type="presParOf" srcId="{E46A6592-49A0-4EA0-A2F6-4B26D5BC1EA7}" destId="{29960E62-DFFF-4C7C-8410-C55FEB92A8B3}" srcOrd="1" destOrd="0" presId="urn:microsoft.com/office/officeart/2008/layout/LinedList"/>
    <dgm:cxn modelId="{6E92757E-C19F-4E13-ACEA-6BF4DC1CB0D9}" type="presParOf" srcId="{29960E62-DFFF-4C7C-8410-C55FEB92A8B3}" destId="{2927FD26-9F25-4782-A7B2-623A07F29B78}" srcOrd="0" destOrd="0" presId="urn:microsoft.com/office/officeart/2008/layout/LinedList"/>
    <dgm:cxn modelId="{0CF5FCD9-64C1-4B9A-8288-5A728F7E45CA}" type="presParOf" srcId="{29960E62-DFFF-4C7C-8410-C55FEB92A8B3}" destId="{AEE8FDF1-FB03-4FFD-88D4-303C8012F025}" srcOrd="1" destOrd="0" presId="urn:microsoft.com/office/officeart/2008/layout/LinedList"/>
    <dgm:cxn modelId="{EAF7F101-FBA9-4041-BDF4-27197E1154FD}" type="presParOf" srcId="{AEE8FDF1-FB03-4FFD-88D4-303C8012F025}" destId="{6385A76E-E5FF-4428-98BF-66A36D66DB48}" srcOrd="0" destOrd="0" presId="urn:microsoft.com/office/officeart/2008/layout/LinedList"/>
    <dgm:cxn modelId="{F8636937-AAE2-4F4D-9903-C7F7BC2CC82C}" type="presParOf" srcId="{AEE8FDF1-FB03-4FFD-88D4-303C8012F025}" destId="{837DC585-09FF-4FAC-BB70-0AACB1C5824F}" srcOrd="1" destOrd="0" presId="urn:microsoft.com/office/officeart/2008/layout/LinedList"/>
    <dgm:cxn modelId="{5A883E24-F219-41C9-BA93-B04BBE82E95C}" type="presParOf" srcId="{AEE8FDF1-FB03-4FFD-88D4-303C8012F025}" destId="{1899DE11-EFF0-4DF3-A195-F365BD3134B6}" srcOrd="2" destOrd="0" presId="urn:microsoft.com/office/officeart/2008/layout/LinedList"/>
    <dgm:cxn modelId="{172A7C90-DA58-48B0-829A-C8B9E914CF19}" type="presParOf" srcId="{29960E62-DFFF-4C7C-8410-C55FEB92A8B3}" destId="{84BC2C7B-1D42-44D5-ACD3-55CDC5C4797C}" srcOrd="2" destOrd="0" presId="urn:microsoft.com/office/officeart/2008/layout/LinedList"/>
    <dgm:cxn modelId="{067555A7-D6ED-497F-9835-9000DF5FB056}" type="presParOf" srcId="{29960E62-DFFF-4C7C-8410-C55FEB92A8B3}" destId="{1AA3FD34-46BA-4FC2-AA89-BC573D4DA346}" srcOrd="3" destOrd="0" presId="urn:microsoft.com/office/officeart/2008/layout/LinedList"/>
    <dgm:cxn modelId="{7D908408-B79F-430E-8F64-00062EB9BB38}" type="presParOf" srcId="{C8BE43A2-8C30-4866-8E89-F18D97F2EC6D}" destId="{0628A935-E308-4E77-88B6-5B5D09D3A783}" srcOrd="8" destOrd="0" presId="urn:microsoft.com/office/officeart/2008/layout/LinedList"/>
    <dgm:cxn modelId="{97F00674-6380-49E9-8027-507F90C85522}" type="presParOf" srcId="{C8BE43A2-8C30-4866-8E89-F18D97F2EC6D}" destId="{D8A1C78C-59CA-4CFF-82E2-DAD8E348E029}" srcOrd="9" destOrd="0" presId="urn:microsoft.com/office/officeart/2008/layout/LinedList"/>
    <dgm:cxn modelId="{6F492BB6-5C5C-4B67-9DC5-34B00BD6B13D}" type="presParOf" srcId="{D8A1C78C-59CA-4CFF-82E2-DAD8E348E029}" destId="{30C2D86B-A97C-4FD1-8D55-AA3BD8234241}" srcOrd="0" destOrd="0" presId="urn:microsoft.com/office/officeart/2008/layout/LinedList"/>
    <dgm:cxn modelId="{8EF6FF38-E851-4E61-A9AF-DAE49651C9FA}" type="presParOf" srcId="{D8A1C78C-59CA-4CFF-82E2-DAD8E348E029}" destId="{7BEF163B-0A83-4538-8ADB-DCBEF1C268B6}" srcOrd="1" destOrd="0" presId="urn:microsoft.com/office/officeart/2008/layout/LinedList"/>
    <dgm:cxn modelId="{5DEC821B-048C-4387-9D12-DD2B1BEB1A90}" type="presParOf" srcId="{7BEF163B-0A83-4538-8ADB-DCBEF1C268B6}" destId="{B1638BC3-63D6-4426-AF3A-9BA836AB6E3E}" srcOrd="0" destOrd="0" presId="urn:microsoft.com/office/officeart/2008/layout/LinedList"/>
    <dgm:cxn modelId="{10C52C03-1FA4-4A76-9969-8967F4F494FE}" type="presParOf" srcId="{7BEF163B-0A83-4538-8ADB-DCBEF1C268B6}" destId="{2DDEDA0C-6F8D-47D1-B9D3-75DC89DC2191}" srcOrd="1" destOrd="0" presId="urn:microsoft.com/office/officeart/2008/layout/LinedList"/>
    <dgm:cxn modelId="{E6B0660C-B3E7-4510-90EB-EF3A91CE5056}" type="presParOf" srcId="{2DDEDA0C-6F8D-47D1-B9D3-75DC89DC2191}" destId="{5F65098F-C812-4019-BB16-C2FB8E519190}" srcOrd="0" destOrd="0" presId="urn:microsoft.com/office/officeart/2008/layout/LinedList"/>
    <dgm:cxn modelId="{0FA88364-37DD-4A62-B488-5B8A3C19743A}" type="presParOf" srcId="{2DDEDA0C-6F8D-47D1-B9D3-75DC89DC2191}" destId="{72C5B6C4-86C0-4169-BE69-ACCC922244D2}" srcOrd="1" destOrd="0" presId="urn:microsoft.com/office/officeart/2008/layout/LinedList"/>
    <dgm:cxn modelId="{4C5D5FAA-CE9A-4216-B497-83DB37D67D97}" type="presParOf" srcId="{2DDEDA0C-6F8D-47D1-B9D3-75DC89DC2191}" destId="{6BC6DF07-95F7-4E5F-A353-FFB3928BA0B1}" srcOrd="2" destOrd="0" presId="urn:microsoft.com/office/officeart/2008/layout/LinedList"/>
    <dgm:cxn modelId="{A463D965-1AF8-4E4C-B49B-8A789A1C1BE3}" type="presParOf" srcId="{7BEF163B-0A83-4538-8ADB-DCBEF1C268B6}" destId="{71AC3ECC-960C-4AD0-8E95-D772AC39AE0B}" srcOrd="2" destOrd="0" presId="urn:microsoft.com/office/officeart/2008/layout/LinedList"/>
    <dgm:cxn modelId="{4603652E-6465-438E-947A-EF344CBDB61A}" type="presParOf" srcId="{7BEF163B-0A83-4538-8ADB-DCBEF1C268B6}" destId="{312E06E9-1793-43F8-A428-E8AF48F493FB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B227CF-B963-470B-ADBE-5D195F8A753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1F6D10-EF20-4773-A22C-BA5D1F2C66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AWS US East (N. Virginia) region</a:t>
          </a:r>
        </a:p>
      </dgm:t>
    </dgm:pt>
    <dgm:pt modelId="{0626E3F3-6E1D-4E08-8F40-A4AB46ECFC8A}" type="parTrans" cxnId="{A1765EB1-7008-4639-A6DC-97518FB27A2E}">
      <dgm:prSet/>
      <dgm:spPr/>
      <dgm:t>
        <a:bodyPr/>
        <a:lstStyle/>
        <a:p>
          <a:endParaRPr lang="en-US"/>
        </a:p>
      </dgm:t>
    </dgm:pt>
    <dgm:pt modelId="{E5649492-03CA-4ED0-A454-CE567283ABEE}" type="sibTrans" cxnId="{A1765EB1-7008-4639-A6DC-97518FB27A2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ACC6357-30C8-42C9-8EE9-9F763DCBE2B2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CB8A26D7-2951-4BA9-9847-A9EFCA7B8372}" type="parTrans" cxnId="{0B4A0F0F-0101-4900-89FB-AC642ED1D0E8}">
      <dgm:prSet/>
      <dgm:spPr/>
      <dgm:t>
        <a:bodyPr/>
        <a:lstStyle/>
        <a:p>
          <a:endParaRPr lang="en-US"/>
        </a:p>
      </dgm:t>
    </dgm:pt>
    <dgm:pt modelId="{E75058FE-A1C7-405F-BB56-5F2A79E7A8DC}" type="sibTrans" cxnId="{0B4A0F0F-0101-4900-89FB-AC642ED1D0E8}">
      <dgm:prSet/>
      <dgm:spPr/>
      <dgm:t>
        <a:bodyPr/>
        <a:lstStyle/>
        <a:p>
          <a:endParaRPr lang="en-US"/>
        </a:p>
      </dgm:t>
    </dgm:pt>
    <dgm:pt modelId="{4D904B5F-237C-43F4-B362-AE87D129EF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Load balancer</a:t>
          </a:r>
          <a:endParaRPr lang="en-US" dirty="0"/>
        </a:p>
      </dgm:t>
    </dgm:pt>
    <dgm:pt modelId="{C594F2CD-C10E-48D5-A48E-241104E06C0F}" type="parTrans" cxnId="{7FF1DDC0-9A77-40A5-BBB7-91E60E0CC748}">
      <dgm:prSet/>
      <dgm:spPr/>
      <dgm:t>
        <a:bodyPr/>
        <a:lstStyle/>
        <a:p>
          <a:endParaRPr lang="en-US"/>
        </a:p>
      </dgm:t>
    </dgm:pt>
    <dgm:pt modelId="{C8E0D82D-6F0F-4EAE-B78B-723B46E0F9C5}" type="sibTrans" cxnId="{7FF1DDC0-9A77-40A5-BBB7-91E60E0CC74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91DB0EE-30E0-4DB2-915F-2228CC57E2C3}">
      <dgm:prSet/>
      <dgm:spPr/>
    </dgm:pt>
    <dgm:pt modelId="{C7A629F6-A7C0-43D6-9BF8-AB0FEC84163E}" type="parTrans" cxnId="{2DD34AF9-2019-4D1B-9AFE-C2FA37277559}">
      <dgm:prSet/>
      <dgm:spPr/>
      <dgm:t>
        <a:bodyPr/>
        <a:lstStyle/>
        <a:p>
          <a:endParaRPr lang="en-US"/>
        </a:p>
      </dgm:t>
    </dgm:pt>
    <dgm:pt modelId="{EA6CEC18-A281-4088-A14D-BBE35CBAB6E1}" type="sibTrans" cxnId="{2DD34AF9-2019-4D1B-9AFE-C2FA37277559}">
      <dgm:prSet/>
      <dgm:spPr/>
      <dgm:t>
        <a:bodyPr/>
        <a:lstStyle/>
        <a:p>
          <a:endParaRPr lang="en-US"/>
        </a:p>
      </dgm:t>
    </dgm:pt>
    <dgm:pt modelId="{A2187424-EE2D-4730-AB05-66B78BDE19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Two-tier architecture</a:t>
          </a:r>
          <a:endParaRPr lang="en-US" dirty="0"/>
        </a:p>
      </dgm:t>
    </dgm:pt>
    <dgm:pt modelId="{57C48325-4356-41C8-915F-5A38BD54C5BA}" type="parTrans" cxnId="{20678BFB-ED03-4884-A520-A57EA95153B8}">
      <dgm:prSet/>
      <dgm:spPr/>
      <dgm:t>
        <a:bodyPr/>
        <a:lstStyle/>
        <a:p>
          <a:endParaRPr lang="en-US"/>
        </a:p>
      </dgm:t>
    </dgm:pt>
    <dgm:pt modelId="{F8E4E9A4-0A6B-47E0-BA98-E2060A85243F}" type="sibTrans" cxnId="{20678BFB-ED03-4884-A520-A57EA95153B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35638A-8A58-4760-911E-300A66EADE2C}">
      <dgm:prSet/>
      <dgm:spPr/>
    </dgm:pt>
    <dgm:pt modelId="{821EDA17-5C81-4894-9831-62F8869C5E53}" type="parTrans" cxnId="{AD1673AB-908B-464D-A39D-89BE3F11DFB4}">
      <dgm:prSet/>
      <dgm:spPr/>
      <dgm:t>
        <a:bodyPr/>
        <a:lstStyle/>
        <a:p>
          <a:endParaRPr lang="en-US"/>
        </a:p>
      </dgm:t>
    </dgm:pt>
    <dgm:pt modelId="{EF5DE99F-6A52-44AD-B520-8182030159F6}" type="sibTrans" cxnId="{AD1673AB-908B-464D-A39D-89BE3F11DFB4}">
      <dgm:prSet/>
      <dgm:spPr/>
      <dgm:t>
        <a:bodyPr/>
        <a:lstStyle/>
        <a:p>
          <a:endParaRPr lang="en-US"/>
        </a:p>
      </dgm:t>
    </dgm:pt>
    <dgm:pt modelId="{BCC006E1-1E10-49F9-B7FA-8E126F0CAF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 scaling</a:t>
          </a:r>
          <a:endParaRPr lang="en-US" dirty="0"/>
        </a:p>
      </dgm:t>
    </dgm:pt>
    <dgm:pt modelId="{BF37D7C1-4C9A-4635-8817-00920CFF58B5}" type="parTrans" cxnId="{2E1DD72C-694E-490B-B182-E8BA4C42B8C0}">
      <dgm:prSet/>
      <dgm:spPr/>
      <dgm:t>
        <a:bodyPr/>
        <a:lstStyle/>
        <a:p>
          <a:endParaRPr lang="en-US"/>
        </a:p>
      </dgm:t>
    </dgm:pt>
    <dgm:pt modelId="{31260250-2886-40C2-BBE6-D7F161660854}" type="sibTrans" cxnId="{2E1DD72C-694E-490B-B182-E8BA4C42B8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213C79F-2EAC-4987-85BE-7CD59FA52856}">
      <dgm:prSet/>
      <dgm:spPr/>
    </dgm:pt>
    <dgm:pt modelId="{675B807F-DCA5-4DA7-9AC0-AC5D8D63D2C2}" type="parTrans" cxnId="{26D03147-6886-4555-BCCD-926346F304AC}">
      <dgm:prSet/>
      <dgm:spPr/>
      <dgm:t>
        <a:bodyPr/>
        <a:lstStyle/>
        <a:p>
          <a:endParaRPr lang="en-US"/>
        </a:p>
      </dgm:t>
    </dgm:pt>
    <dgm:pt modelId="{E647AF37-9464-422A-8377-672113C622F7}" type="sibTrans" cxnId="{26D03147-6886-4555-BCCD-926346F304AC}">
      <dgm:prSet/>
      <dgm:spPr/>
      <dgm:t>
        <a:bodyPr/>
        <a:lstStyle/>
        <a:p>
          <a:endParaRPr lang="en-US"/>
        </a:p>
      </dgm:t>
    </dgm:pt>
    <dgm:pt modelId="{A2ED8CA8-35CE-40BB-A660-39D5D87EFA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Self-healing</a:t>
          </a:r>
          <a:endParaRPr lang="en-US" dirty="0"/>
        </a:p>
      </dgm:t>
    </dgm:pt>
    <dgm:pt modelId="{1C9428DF-2D38-4916-B42C-C51749FD2A16}" type="parTrans" cxnId="{DB774AEE-6C47-4A47-BC5A-028F172D1AEB}">
      <dgm:prSet/>
      <dgm:spPr/>
      <dgm:t>
        <a:bodyPr/>
        <a:lstStyle/>
        <a:p>
          <a:endParaRPr lang="en-US"/>
        </a:p>
      </dgm:t>
    </dgm:pt>
    <dgm:pt modelId="{B5BB382D-4EC8-4AD5-ABB4-6CC3014FA2D7}" type="sibTrans" cxnId="{DB774AEE-6C47-4A47-BC5A-028F172D1AE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8315A0-886C-44E1-BD57-95222B39BD75}">
      <dgm:prSet/>
      <dgm:spPr/>
    </dgm:pt>
    <dgm:pt modelId="{D244AFA4-853C-4313-9C03-06B59658425A}" type="parTrans" cxnId="{B90CBF90-31C1-4D21-9BA5-3D834E8959BB}">
      <dgm:prSet/>
      <dgm:spPr/>
      <dgm:t>
        <a:bodyPr/>
        <a:lstStyle/>
        <a:p>
          <a:endParaRPr lang="en-US"/>
        </a:p>
      </dgm:t>
    </dgm:pt>
    <dgm:pt modelId="{7F18CF89-8003-4FD9-B63C-F7093686114F}" type="sibTrans" cxnId="{B90CBF90-31C1-4D21-9BA5-3D834E8959BB}">
      <dgm:prSet/>
      <dgm:spPr/>
      <dgm:t>
        <a:bodyPr/>
        <a:lstStyle/>
        <a:p>
          <a:endParaRPr lang="en-US"/>
        </a:p>
      </dgm:t>
    </dgm:pt>
    <dgm:pt modelId="{430BBB28-3B71-4131-B3DA-AFD6A1C1C8BE}" type="pres">
      <dgm:prSet presAssocID="{68B227CF-B963-470B-ADBE-5D195F8A7539}" presName="root" presStyleCnt="0">
        <dgm:presLayoutVars>
          <dgm:dir/>
          <dgm:resizeHandles val="exact"/>
        </dgm:presLayoutVars>
      </dgm:prSet>
      <dgm:spPr/>
    </dgm:pt>
    <dgm:pt modelId="{A43CC685-6426-4348-90D4-6435F3ED7BFC}" type="pres">
      <dgm:prSet presAssocID="{68B227CF-B963-470B-ADBE-5D195F8A7539}" presName="container" presStyleCnt="0">
        <dgm:presLayoutVars>
          <dgm:dir/>
          <dgm:resizeHandles val="exact"/>
        </dgm:presLayoutVars>
      </dgm:prSet>
      <dgm:spPr/>
    </dgm:pt>
    <dgm:pt modelId="{5461ED07-AD42-44B5-912D-092C4A0EF30B}" type="pres">
      <dgm:prSet presAssocID="{271F6D10-EF20-4773-A22C-BA5D1F2C6606}" presName="compNode" presStyleCnt="0"/>
      <dgm:spPr/>
    </dgm:pt>
    <dgm:pt modelId="{09847AEF-B43A-49E6-BF94-618C3B93C6F3}" type="pres">
      <dgm:prSet presAssocID="{271F6D10-EF20-4773-A22C-BA5D1F2C6606}" presName="iconBgRect" presStyleLbl="bgShp" presStyleIdx="0" presStyleCnt="6"/>
      <dgm:spPr/>
    </dgm:pt>
    <dgm:pt modelId="{3B46AF9D-EADF-4569-ABF0-28D565CBB303}" type="pres">
      <dgm:prSet presAssocID="{271F6D10-EF20-4773-A22C-BA5D1F2C6606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238E19A2-8DCD-418E-8283-68BDEE5CB65E}" type="pres">
      <dgm:prSet presAssocID="{271F6D10-EF20-4773-A22C-BA5D1F2C6606}" presName="spaceRect" presStyleCnt="0"/>
      <dgm:spPr/>
    </dgm:pt>
    <dgm:pt modelId="{C64A3BFD-DB4E-4516-BC29-D225B0B61B4B}" type="pres">
      <dgm:prSet presAssocID="{271F6D10-EF20-4773-A22C-BA5D1F2C6606}" presName="textRect" presStyleLbl="revTx" presStyleIdx="0" presStyleCnt="6">
        <dgm:presLayoutVars>
          <dgm:chMax val="1"/>
          <dgm:chPref val="1"/>
        </dgm:presLayoutVars>
      </dgm:prSet>
      <dgm:spPr/>
    </dgm:pt>
    <dgm:pt modelId="{0CE14AB1-A909-4481-84B7-78E0FC685893}" type="pres">
      <dgm:prSet presAssocID="{E5649492-03CA-4ED0-A454-CE567283ABEE}" presName="sibTrans" presStyleLbl="sibTrans2D1" presStyleIdx="0" presStyleCnt="0"/>
      <dgm:spPr/>
    </dgm:pt>
    <dgm:pt modelId="{A55A8380-F970-42BA-AC1A-47388E9C4153}" type="pres">
      <dgm:prSet presAssocID="{4D904B5F-237C-43F4-B362-AE87D129EFFB}" presName="compNode" presStyleCnt="0"/>
      <dgm:spPr/>
    </dgm:pt>
    <dgm:pt modelId="{05CDF39B-97A7-4B50-9FC0-B1D9D0F702DC}" type="pres">
      <dgm:prSet presAssocID="{4D904B5F-237C-43F4-B362-AE87D129EFFB}" presName="iconBgRect" presStyleLbl="bgShp" presStyleIdx="1" presStyleCnt="6"/>
      <dgm:spPr/>
    </dgm:pt>
    <dgm:pt modelId="{152662BB-AC7E-4D49-B913-342D1EE9E65A}" type="pres">
      <dgm:prSet presAssocID="{4D904B5F-237C-43F4-B362-AE87D129EFFB}" presName="iconRect" presStyleLbl="node1" presStyleIdx="1" presStyleCnt="6"/>
      <dgm:spPr/>
    </dgm:pt>
    <dgm:pt modelId="{2F7E07DC-62D2-4CC2-AB70-86FD58E826CB}" type="pres">
      <dgm:prSet presAssocID="{4D904B5F-237C-43F4-B362-AE87D129EFFB}" presName="spaceRect" presStyleCnt="0"/>
      <dgm:spPr/>
    </dgm:pt>
    <dgm:pt modelId="{DEA82E60-6856-4E26-BB6F-ACB306090890}" type="pres">
      <dgm:prSet presAssocID="{4D904B5F-237C-43F4-B362-AE87D129EFFB}" presName="textRect" presStyleLbl="revTx" presStyleIdx="1" presStyleCnt="6">
        <dgm:presLayoutVars>
          <dgm:chMax val="1"/>
          <dgm:chPref val="1"/>
        </dgm:presLayoutVars>
      </dgm:prSet>
      <dgm:spPr/>
    </dgm:pt>
    <dgm:pt modelId="{C1FE5787-50F9-4744-B2CF-9DFF37E4EC69}" type="pres">
      <dgm:prSet presAssocID="{C8E0D82D-6F0F-4EAE-B78B-723B46E0F9C5}" presName="sibTrans" presStyleLbl="sibTrans2D1" presStyleIdx="0" presStyleCnt="0"/>
      <dgm:spPr/>
    </dgm:pt>
    <dgm:pt modelId="{446EF3CF-07DF-4D37-A53A-1765E9E5DB85}" type="pres">
      <dgm:prSet presAssocID="{A2187424-EE2D-4730-AB05-66B78BDE1923}" presName="compNode" presStyleCnt="0"/>
      <dgm:spPr/>
    </dgm:pt>
    <dgm:pt modelId="{50CE3C58-5F58-4734-AFBD-1BA74D001E95}" type="pres">
      <dgm:prSet presAssocID="{A2187424-EE2D-4730-AB05-66B78BDE1923}" presName="iconBgRect" presStyleLbl="bgShp" presStyleIdx="2" presStyleCnt="6"/>
      <dgm:spPr/>
    </dgm:pt>
    <dgm:pt modelId="{CD19D508-D532-409D-8FEE-F74E2F6285C7}" type="pres">
      <dgm:prSet presAssocID="{A2187424-EE2D-4730-AB05-66B78BDE1923}" presName="iconRect" presStyleLbl="node1" presStyleIdx="2" presStyleCnt="6"/>
      <dgm:spPr/>
    </dgm:pt>
    <dgm:pt modelId="{DE3226FC-6257-4454-9E25-0E5A77338D43}" type="pres">
      <dgm:prSet presAssocID="{A2187424-EE2D-4730-AB05-66B78BDE1923}" presName="spaceRect" presStyleCnt="0"/>
      <dgm:spPr/>
    </dgm:pt>
    <dgm:pt modelId="{AC71D6CD-5457-4A45-9250-D26F0F5EFAEC}" type="pres">
      <dgm:prSet presAssocID="{A2187424-EE2D-4730-AB05-66B78BDE1923}" presName="textRect" presStyleLbl="revTx" presStyleIdx="2" presStyleCnt="6">
        <dgm:presLayoutVars>
          <dgm:chMax val="1"/>
          <dgm:chPref val="1"/>
        </dgm:presLayoutVars>
      </dgm:prSet>
      <dgm:spPr/>
    </dgm:pt>
    <dgm:pt modelId="{631FDD80-B40B-4142-888E-DCA96A7412AB}" type="pres">
      <dgm:prSet presAssocID="{F8E4E9A4-0A6B-47E0-BA98-E2060A85243F}" presName="sibTrans" presStyleLbl="sibTrans2D1" presStyleIdx="0" presStyleCnt="0"/>
      <dgm:spPr/>
    </dgm:pt>
    <dgm:pt modelId="{0912DCA6-E3B9-4CC3-A2B7-5D55ABB2BAD1}" type="pres">
      <dgm:prSet presAssocID="{BCC006E1-1E10-49F9-B7FA-8E126F0CAFFE}" presName="compNode" presStyleCnt="0"/>
      <dgm:spPr/>
    </dgm:pt>
    <dgm:pt modelId="{C8E7D674-9103-4E4A-8481-07A62CF20763}" type="pres">
      <dgm:prSet presAssocID="{BCC006E1-1E10-49F9-B7FA-8E126F0CAFFE}" presName="iconBgRect" presStyleLbl="bgShp" presStyleIdx="3" presStyleCnt="6"/>
      <dgm:spPr/>
    </dgm:pt>
    <dgm:pt modelId="{A3015D78-8B6C-48DF-B4C8-23FEA2F23A9B}" type="pres">
      <dgm:prSet presAssocID="{BCC006E1-1E10-49F9-B7FA-8E126F0CAFFE}" presName="iconRect" presStyleLbl="node1" presStyleIdx="3" presStyleCnt="6"/>
      <dgm:spPr/>
    </dgm:pt>
    <dgm:pt modelId="{B7C19958-2C25-43EA-9E9C-A233417BCEB5}" type="pres">
      <dgm:prSet presAssocID="{BCC006E1-1E10-49F9-B7FA-8E126F0CAFFE}" presName="spaceRect" presStyleCnt="0"/>
      <dgm:spPr/>
    </dgm:pt>
    <dgm:pt modelId="{0C1202D9-7265-4203-80E7-B606C5545C94}" type="pres">
      <dgm:prSet presAssocID="{BCC006E1-1E10-49F9-B7FA-8E126F0CAFFE}" presName="textRect" presStyleLbl="revTx" presStyleIdx="3" presStyleCnt="6">
        <dgm:presLayoutVars>
          <dgm:chMax val="1"/>
          <dgm:chPref val="1"/>
        </dgm:presLayoutVars>
      </dgm:prSet>
      <dgm:spPr/>
    </dgm:pt>
    <dgm:pt modelId="{3AC2879E-618F-406A-9D29-04435F255B4B}" type="pres">
      <dgm:prSet presAssocID="{31260250-2886-40C2-BBE6-D7F161660854}" presName="sibTrans" presStyleLbl="sibTrans2D1" presStyleIdx="0" presStyleCnt="0"/>
      <dgm:spPr/>
    </dgm:pt>
    <dgm:pt modelId="{F85503D4-9908-4CB1-9BD9-5EBC0C02B6B4}" type="pres">
      <dgm:prSet presAssocID="{A2ED8CA8-35CE-40BB-A660-39D5D87EFA35}" presName="compNode" presStyleCnt="0"/>
      <dgm:spPr/>
    </dgm:pt>
    <dgm:pt modelId="{23F3451D-2FA7-417D-8498-99C46D5619AF}" type="pres">
      <dgm:prSet presAssocID="{A2ED8CA8-35CE-40BB-A660-39D5D87EFA35}" presName="iconBgRect" presStyleLbl="bgShp" presStyleIdx="4" presStyleCnt="6"/>
      <dgm:spPr/>
    </dgm:pt>
    <dgm:pt modelId="{4F944F42-8565-4B1B-959C-D0E56AA4DA46}" type="pres">
      <dgm:prSet presAssocID="{A2ED8CA8-35CE-40BB-A660-39D5D87EFA35}" presName="iconRect" presStyleLbl="node1" presStyleIdx="4" presStyleCnt="6"/>
      <dgm:spPr/>
    </dgm:pt>
    <dgm:pt modelId="{8F7489BC-DE04-4527-9831-163D33B0E997}" type="pres">
      <dgm:prSet presAssocID="{A2ED8CA8-35CE-40BB-A660-39D5D87EFA35}" presName="spaceRect" presStyleCnt="0"/>
      <dgm:spPr/>
    </dgm:pt>
    <dgm:pt modelId="{0336E315-24B5-4F92-B2E7-EE12D2CA88FA}" type="pres">
      <dgm:prSet presAssocID="{A2ED8CA8-35CE-40BB-A660-39D5D87EFA35}" presName="textRect" presStyleLbl="revTx" presStyleIdx="4" presStyleCnt="6">
        <dgm:presLayoutVars>
          <dgm:chMax val="1"/>
          <dgm:chPref val="1"/>
        </dgm:presLayoutVars>
      </dgm:prSet>
      <dgm:spPr/>
    </dgm:pt>
    <dgm:pt modelId="{EA8519D1-07C3-4C1D-A7EB-485B4B61B195}" type="pres">
      <dgm:prSet presAssocID="{B5BB382D-4EC8-4AD5-ABB4-6CC3014FA2D7}" presName="sibTrans" presStyleLbl="sibTrans2D1" presStyleIdx="0" presStyleCnt="0"/>
      <dgm:spPr/>
    </dgm:pt>
    <dgm:pt modelId="{EFDB10DC-8FC2-4196-B6A9-843D13021898}" type="pres">
      <dgm:prSet presAssocID="{1ACC6357-30C8-42C9-8EE9-9F763DCBE2B2}" presName="compNode" presStyleCnt="0"/>
      <dgm:spPr/>
    </dgm:pt>
    <dgm:pt modelId="{1E6211D0-5646-4A7E-AC9B-D5CBFC5F6EA4}" type="pres">
      <dgm:prSet presAssocID="{1ACC6357-30C8-42C9-8EE9-9F763DCBE2B2}" presName="iconBgRect" presStyleLbl="bgShp" presStyleIdx="5" presStyleCnt="6"/>
      <dgm:spPr/>
    </dgm:pt>
    <dgm:pt modelId="{CD4B36E0-EE56-4437-9D7D-CC463F71A000}" type="pres">
      <dgm:prSet presAssocID="{1ACC6357-30C8-42C9-8EE9-9F763DCBE2B2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D8A83952-53C8-46F4-ADF7-614A485BFBDD}" type="pres">
      <dgm:prSet presAssocID="{1ACC6357-30C8-42C9-8EE9-9F763DCBE2B2}" presName="spaceRect" presStyleCnt="0"/>
      <dgm:spPr/>
    </dgm:pt>
    <dgm:pt modelId="{5DC325D2-A1B6-4E2D-9BF5-AEE1B10EC286}" type="pres">
      <dgm:prSet presAssocID="{1ACC6357-30C8-42C9-8EE9-9F763DCBE2B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B4A0F0F-0101-4900-89FB-AC642ED1D0E8}" srcId="{68B227CF-B963-470B-ADBE-5D195F8A7539}" destId="{1ACC6357-30C8-42C9-8EE9-9F763DCBE2B2}" srcOrd="5" destOrd="0" parTransId="{CB8A26D7-2951-4BA9-9847-A9EFCA7B8372}" sibTransId="{E75058FE-A1C7-405F-BB56-5F2A79E7A8DC}"/>
    <dgm:cxn modelId="{E32F8811-977B-426E-B38B-99E4F3D51BB3}" type="presOf" srcId="{C8E0D82D-6F0F-4EAE-B78B-723B46E0F9C5}" destId="{C1FE5787-50F9-4744-B2CF-9DFF37E4EC69}" srcOrd="0" destOrd="0" presId="urn:microsoft.com/office/officeart/2018/2/layout/IconCircleList"/>
    <dgm:cxn modelId="{DF5F0A25-D5D9-470F-9570-3C947F7F2ABB}" type="presOf" srcId="{BCC006E1-1E10-49F9-B7FA-8E126F0CAFFE}" destId="{0C1202D9-7265-4203-80E7-B606C5545C94}" srcOrd="0" destOrd="0" presId="urn:microsoft.com/office/officeart/2018/2/layout/IconCircleList"/>
    <dgm:cxn modelId="{2E1DD72C-694E-490B-B182-E8BA4C42B8C0}" srcId="{68B227CF-B963-470B-ADBE-5D195F8A7539}" destId="{BCC006E1-1E10-49F9-B7FA-8E126F0CAFFE}" srcOrd="3" destOrd="0" parTransId="{BF37D7C1-4C9A-4635-8817-00920CFF58B5}" sibTransId="{31260250-2886-40C2-BBE6-D7F161660854}"/>
    <dgm:cxn modelId="{F4CD733E-9E84-499F-A6AD-8815EB67F199}" type="presOf" srcId="{1ACC6357-30C8-42C9-8EE9-9F763DCBE2B2}" destId="{5DC325D2-A1B6-4E2D-9BF5-AEE1B10EC286}" srcOrd="0" destOrd="0" presId="urn:microsoft.com/office/officeart/2018/2/layout/IconCircleList"/>
    <dgm:cxn modelId="{3B95055D-759C-4F4F-AB18-895DBCE8F5F5}" type="presOf" srcId="{271F6D10-EF20-4773-A22C-BA5D1F2C6606}" destId="{C64A3BFD-DB4E-4516-BC29-D225B0B61B4B}" srcOrd="0" destOrd="0" presId="urn:microsoft.com/office/officeart/2018/2/layout/IconCircleList"/>
    <dgm:cxn modelId="{26D03147-6886-4555-BCCD-926346F304AC}" srcId="{BCC006E1-1E10-49F9-B7FA-8E126F0CAFFE}" destId="{A213C79F-2EAC-4987-85BE-7CD59FA52856}" srcOrd="0" destOrd="0" parTransId="{675B807F-DCA5-4DA7-9AC0-AC5D8D63D2C2}" sibTransId="{E647AF37-9464-422A-8377-672113C622F7}"/>
    <dgm:cxn modelId="{9A991255-83CE-4690-9E77-51EDF0E1423F}" type="presOf" srcId="{B5BB382D-4EC8-4AD5-ABB4-6CC3014FA2D7}" destId="{EA8519D1-07C3-4C1D-A7EB-485B4B61B195}" srcOrd="0" destOrd="0" presId="urn:microsoft.com/office/officeart/2018/2/layout/IconCircleList"/>
    <dgm:cxn modelId="{2260317E-3654-44E4-A2D7-5C41E64C77CB}" type="presOf" srcId="{A2187424-EE2D-4730-AB05-66B78BDE1923}" destId="{AC71D6CD-5457-4A45-9250-D26F0F5EFAEC}" srcOrd="0" destOrd="0" presId="urn:microsoft.com/office/officeart/2018/2/layout/IconCircleList"/>
    <dgm:cxn modelId="{B90CBF90-31C1-4D21-9BA5-3D834E8959BB}" srcId="{A2ED8CA8-35CE-40BB-A660-39D5D87EFA35}" destId="{E58315A0-886C-44E1-BD57-95222B39BD75}" srcOrd="0" destOrd="0" parTransId="{D244AFA4-853C-4313-9C03-06B59658425A}" sibTransId="{7F18CF89-8003-4FD9-B63C-F7093686114F}"/>
    <dgm:cxn modelId="{DE883C98-52AE-4182-AFE3-A85F85E2645C}" type="presOf" srcId="{E5649492-03CA-4ED0-A454-CE567283ABEE}" destId="{0CE14AB1-A909-4481-84B7-78E0FC685893}" srcOrd="0" destOrd="0" presId="urn:microsoft.com/office/officeart/2018/2/layout/IconCircleList"/>
    <dgm:cxn modelId="{4B67CE9C-9E9A-441D-891B-F5D3646C2121}" type="presOf" srcId="{F8E4E9A4-0A6B-47E0-BA98-E2060A85243F}" destId="{631FDD80-B40B-4142-888E-DCA96A7412AB}" srcOrd="0" destOrd="0" presId="urn:microsoft.com/office/officeart/2018/2/layout/IconCircleList"/>
    <dgm:cxn modelId="{AD1673AB-908B-464D-A39D-89BE3F11DFB4}" srcId="{A2187424-EE2D-4730-AB05-66B78BDE1923}" destId="{0B35638A-8A58-4760-911E-300A66EADE2C}" srcOrd="0" destOrd="0" parTransId="{821EDA17-5C81-4894-9831-62F8869C5E53}" sibTransId="{EF5DE99F-6A52-44AD-B520-8182030159F6}"/>
    <dgm:cxn modelId="{A1765EB1-7008-4639-A6DC-97518FB27A2E}" srcId="{68B227CF-B963-470B-ADBE-5D195F8A7539}" destId="{271F6D10-EF20-4773-A22C-BA5D1F2C6606}" srcOrd="0" destOrd="0" parTransId="{0626E3F3-6E1D-4E08-8F40-A4AB46ECFC8A}" sibTransId="{E5649492-03CA-4ED0-A454-CE567283ABEE}"/>
    <dgm:cxn modelId="{7FF1DDC0-9A77-40A5-BBB7-91E60E0CC748}" srcId="{68B227CF-B963-470B-ADBE-5D195F8A7539}" destId="{4D904B5F-237C-43F4-B362-AE87D129EFFB}" srcOrd="1" destOrd="0" parTransId="{C594F2CD-C10E-48D5-A48E-241104E06C0F}" sibTransId="{C8E0D82D-6F0F-4EAE-B78B-723B46E0F9C5}"/>
    <dgm:cxn modelId="{DAA745CA-B5ED-401A-B95F-2AB10BEC8FDA}" type="presOf" srcId="{68B227CF-B963-470B-ADBE-5D195F8A7539}" destId="{430BBB28-3B71-4131-B3DA-AFD6A1C1C8BE}" srcOrd="0" destOrd="0" presId="urn:microsoft.com/office/officeart/2018/2/layout/IconCircleList"/>
    <dgm:cxn modelId="{DAF34DE8-EA5E-41DB-9971-496FD12D1B02}" type="presOf" srcId="{31260250-2886-40C2-BBE6-D7F161660854}" destId="{3AC2879E-618F-406A-9D29-04435F255B4B}" srcOrd="0" destOrd="0" presId="urn:microsoft.com/office/officeart/2018/2/layout/IconCircleList"/>
    <dgm:cxn modelId="{DB774AEE-6C47-4A47-BC5A-028F172D1AEB}" srcId="{68B227CF-B963-470B-ADBE-5D195F8A7539}" destId="{A2ED8CA8-35CE-40BB-A660-39D5D87EFA35}" srcOrd="4" destOrd="0" parTransId="{1C9428DF-2D38-4916-B42C-C51749FD2A16}" sibTransId="{B5BB382D-4EC8-4AD5-ABB4-6CC3014FA2D7}"/>
    <dgm:cxn modelId="{94C3C5F8-9132-4BAC-9BB6-EA7F9C147BD0}" type="presOf" srcId="{4D904B5F-237C-43F4-B362-AE87D129EFFB}" destId="{DEA82E60-6856-4E26-BB6F-ACB306090890}" srcOrd="0" destOrd="0" presId="urn:microsoft.com/office/officeart/2018/2/layout/IconCircleList"/>
    <dgm:cxn modelId="{2DD34AF9-2019-4D1B-9AFE-C2FA37277559}" srcId="{4D904B5F-237C-43F4-B362-AE87D129EFFB}" destId="{C91DB0EE-30E0-4DB2-915F-2228CC57E2C3}" srcOrd="0" destOrd="0" parTransId="{C7A629F6-A7C0-43D6-9BF8-AB0FEC84163E}" sibTransId="{EA6CEC18-A281-4088-A14D-BBE35CBAB6E1}"/>
    <dgm:cxn modelId="{20678BFB-ED03-4884-A520-A57EA95153B8}" srcId="{68B227CF-B963-470B-ADBE-5D195F8A7539}" destId="{A2187424-EE2D-4730-AB05-66B78BDE1923}" srcOrd="2" destOrd="0" parTransId="{57C48325-4356-41C8-915F-5A38BD54C5BA}" sibTransId="{F8E4E9A4-0A6B-47E0-BA98-E2060A85243F}"/>
    <dgm:cxn modelId="{6F41CAFE-F85E-447D-A3D3-279652BCE739}" type="presOf" srcId="{A2ED8CA8-35CE-40BB-A660-39D5D87EFA35}" destId="{0336E315-24B5-4F92-B2E7-EE12D2CA88FA}" srcOrd="0" destOrd="0" presId="urn:microsoft.com/office/officeart/2018/2/layout/IconCircleList"/>
    <dgm:cxn modelId="{3116C932-E767-45BA-865A-83FC34DEAFD3}" type="presParOf" srcId="{430BBB28-3B71-4131-B3DA-AFD6A1C1C8BE}" destId="{A43CC685-6426-4348-90D4-6435F3ED7BFC}" srcOrd="0" destOrd="0" presId="urn:microsoft.com/office/officeart/2018/2/layout/IconCircleList"/>
    <dgm:cxn modelId="{58D51934-4706-4092-9BFE-24AE26557707}" type="presParOf" srcId="{A43CC685-6426-4348-90D4-6435F3ED7BFC}" destId="{5461ED07-AD42-44B5-912D-092C4A0EF30B}" srcOrd="0" destOrd="0" presId="urn:microsoft.com/office/officeart/2018/2/layout/IconCircleList"/>
    <dgm:cxn modelId="{7F5AB65F-9CF1-4E35-85A3-FAD3D658C18D}" type="presParOf" srcId="{5461ED07-AD42-44B5-912D-092C4A0EF30B}" destId="{09847AEF-B43A-49E6-BF94-618C3B93C6F3}" srcOrd="0" destOrd="0" presId="urn:microsoft.com/office/officeart/2018/2/layout/IconCircleList"/>
    <dgm:cxn modelId="{E78F959D-3743-438C-BB8C-6F5FEEF21224}" type="presParOf" srcId="{5461ED07-AD42-44B5-912D-092C4A0EF30B}" destId="{3B46AF9D-EADF-4569-ABF0-28D565CBB303}" srcOrd="1" destOrd="0" presId="urn:microsoft.com/office/officeart/2018/2/layout/IconCircleList"/>
    <dgm:cxn modelId="{3404AAC7-B23A-4704-AE94-2D644FE97BEC}" type="presParOf" srcId="{5461ED07-AD42-44B5-912D-092C4A0EF30B}" destId="{238E19A2-8DCD-418E-8283-68BDEE5CB65E}" srcOrd="2" destOrd="0" presId="urn:microsoft.com/office/officeart/2018/2/layout/IconCircleList"/>
    <dgm:cxn modelId="{2247F2A2-D650-4DB6-B694-876E8C8F3F3D}" type="presParOf" srcId="{5461ED07-AD42-44B5-912D-092C4A0EF30B}" destId="{C64A3BFD-DB4E-4516-BC29-D225B0B61B4B}" srcOrd="3" destOrd="0" presId="urn:microsoft.com/office/officeart/2018/2/layout/IconCircleList"/>
    <dgm:cxn modelId="{AB15C35D-1619-4FD7-9179-2D30A83900E6}" type="presParOf" srcId="{A43CC685-6426-4348-90D4-6435F3ED7BFC}" destId="{0CE14AB1-A909-4481-84B7-78E0FC685893}" srcOrd="1" destOrd="0" presId="urn:microsoft.com/office/officeart/2018/2/layout/IconCircleList"/>
    <dgm:cxn modelId="{66F397FD-600E-42DE-BD0A-7133F2A72A79}" type="presParOf" srcId="{A43CC685-6426-4348-90D4-6435F3ED7BFC}" destId="{A55A8380-F970-42BA-AC1A-47388E9C4153}" srcOrd="2" destOrd="0" presId="urn:microsoft.com/office/officeart/2018/2/layout/IconCircleList"/>
    <dgm:cxn modelId="{B06CAAF3-A5C5-491B-A21F-F10461D28589}" type="presParOf" srcId="{A55A8380-F970-42BA-AC1A-47388E9C4153}" destId="{05CDF39B-97A7-4B50-9FC0-B1D9D0F702DC}" srcOrd="0" destOrd="0" presId="urn:microsoft.com/office/officeart/2018/2/layout/IconCircleList"/>
    <dgm:cxn modelId="{F2F222A8-C36F-4AF2-9558-C2516EEBCC72}" type="presParOf" srcId="{A55A8380-F970-42BA-AC1A-47388E9C4153}" destId="{152662BB-AC7E-4D49-B913-342D1EE9E65A}" srcOrd="1" destOrd="0" presId="urn:microsoft.com/office/officeart/2018/2/layout/IconCircleList"/>
    <dgm:cxn modelId="{8C2AD9E4-E3A4-4F86-BC90-37D05389C6F7}" type="presParOf" srcId="{A55A8380-F970-42BA-AC1A-47388E9C4153}" destId="{2F7E07DC-62D2-4CC2-AB70-86FD58E826CB}" srcOrd="2" destOrd="0" presId="urn:microsoft.com/office/officeart/2018/2/layout/IconCircleList"/>
    <dgm:cxn modelId="{C0239695-C943-4961-9E7C-BF1784CD9BF7}" type="presParOf" srcId="{A55A8380-F970-42BA-AC1A-47388E9C4153}" destId="{DEA82E60-6856-4E26-BB6F-ACB306090890}" srcOrd="3" destOrd="0" presId="urn:microsoft.com/office/officeart/2018/2/layout/IconCircleList"/>
    <dgm:cxn modelId="{0B80CA5E-6997-492F-9D8B-8985E0E7E953}" type="presParOf" srcId="{A43CC685-6426-4348-90D4-6435F3ED7BFC}" destId="{C1FE5787-50F9-4744-B2CF-9DFF37E4EC69}" srcOrd="3" destOrd="0" presId="urn:microsoft.com/office/officeart/2018/2/layout/IconCircleList"/>
    <dgm:cxn modelId="{21F3DEC6-FF74-4196-B045-B1883A11880D}" type="presParOf" srcId="{A43CC685-6426-4348-90D4-6435F3ED7BFC}" destId="{446EF3CF-07DF-4D37-A53A-1765E9E5DB85}" srcOrd="4" destOrd="0" presId="urn:microsoft.com/office/officeart/2018/2/layout/IconCircleList"/>
    <dgm:cxn modelId="{0006ABF8-AA7B-407C-ADA1-BCB1F58E5619}" type="presParOf" srcId="{446EF3CF-07DF-4D37-A53A-1765E9E5DB85}" destId="{50CE3C58-5F58-4734-AFBD-1BA74D001E95}" srcOrd="0" destOrd="0" presId="urn:microsoft.com/office/officeart/2018/2/layout/IconCircleList"/>
    <dgm:cxn modelId="{29B26450-E97F-45A3-AD65-8D7825304B8A}" type="presParOf" srcId="{446EF3CF-07DF-4D37-A53A-1765E9E5DB85}" destId="{CD19D508-D532-409D-8FEE-F74E2F6285C7}" srcOrd="1" destOrd="0" presId="urn:microsoft.com/office/officeart/2018/2/layout/IconCircleList"/>
    <dgm:cxn modelId="{180EED74-E2E1-475B-AE1C-8A8DD255CCAA}" type="presParOf" srcId="{446EF3CF-07DF-4D37-A53A-1765E9E5DB85}" destId="{DE3226FC-6257-4454-9E25-0E5A77338D43}" srcOrd="2" destOrd="0" presId="urn:microsoft.com/office/officeart/2018/2/layout/IconCircleList"/>
    <dgm:cxn modelId="{2E907E00-048E-4B81-BC83-A16234AD0B6D}" type="presParOf" srcId="{446EF3CF-07DF-4D37-A53A-1765E9E5DB85}" destId="{AC71D6CD-5457-4A45-9250-D26F0F5EFAEC}" srcOrd="3" destOrd="0" presId="urn:microsoft.com/office/officeart/2018/2/layout/IconCircleList"/>
    <dgm:cxn modelId="{F0114181-FF75-4BA3-88CD-924C4C8A90F6}" type="presParOf" srcId="{A43CC685-6426-4348-90D4-6435F3ED7BFC}" destId="{631FDD80-B40B-4142-888E-DCA96A7412AB}" srcOrd="5" destOrd="0" presId="urn:microsoft.com/office/officeart/2018/2/layout/IconCircleList"/>
    <dgm:cxn modelId="{A0DA0E6C-C57A-4FD0-9128-0F87AD0DE61E}" type="presParOf" srcId="{A43CC685-6426-4348-90D4-6435F3ED7BFC}" destId="{0912DCA6-E3B9-4CC3-A2B7-5D55ABB2BAD1}" srcOrd="6" destOrd="0" presId="urn:microsoft.com/office/officeart/2018/2/layout/IconCircleList"/>
    <dgm:cxn modelId="{B86F620E-5351-481D-9A53-80A945EEF64B}" type="presParOf" srcId="{0912DCA6-E3B9-4CC3-A2B7-5D55ABB2BAD1}" destId="{C8E7D674-9103-4E4A-8481-07A62CF20763}" srcOrd="0" destOrd="0" presId="urn:microsoft.com/office/officeart/2018/2/layout/IconCircleList"/>
    <dgm:cxn modelId="{1E640A2A-0BB6-42E0-9B34-8606A3F9BF4F}" type="presParOf" srcId="{0912DCA6-E3B9-4CC3-A2B7-5D55ABB2BAD1}" destId="{A3015D78-8B6C-48DF-B4C8-23FEA2F23A9B}" srcOrd="1" destOrd="0" presId="urn:microsoft.com/office/officeart/2018/2/layout/IconCircleList"/>
    <dgm:cxn modelId="{133D2220-85C3-40C9-AEA6-2AABA7913822}" type="presParOf" srcId="{0912DCA6-E3B9-4CC3-A2B7-5D55ABB2BAD1}" destId="{B7C19958-2C25-43EA-9E9C-A233417BCEB5}" srcOrd="2" destOrd="0" presId="urn:microsoft.com/office/officeart/2018/2/layout/IconCircleList"/>
    <dgm:cxn modelId="{915B11AC-F745-4F17-BD14-DE3A85E7C91B}" type="presParOf" srcId="{0912DCA6-E3B9-4CC3-A2B7-5D55ABB2BAD1}" destId="{0C1202D9-7265-4203-80E7-B606C5545C94}" srcOrd="3" destOrd="0" presId="urn:microsoft.com/office/officeart/2018/2/layout/IconCircleList"/>
    <dgm:cxn modelId="{75F790E5-9500-42FB-BD0A-A2D4D4E7B797}" type="presParOf" srcId="{A43CC685-6426-4348-90D4-6435F3ED7BFC}" destId="{3AC2879E-618F-406A-9D29-04435F255B4B}" srcOrd="7" destOrd="0" presId="urn:microsoft.com/office/officeart/2018/2/layout/IconCircleList"/>
    <dgm:cxn modelId="{64B322E8-45A6-4718-A023-E0D58B16FEEE}" type="presParOf" srcId="{A43CC685-6426-4348-90D4-6435F3ED7BFC}" destId="{F85503D4-9908-4CB1-9BD9-5EBC0C02B6B4}" srcOrd="8" destOrd="0" presId="urn:microsoft.com/office/officeart/2018/2/layout/IconCircleList"/>
    <dgm:cxn modelId="{4B6D9095-CEEB-4BE5-8DFF-C433A340CF20}" type="presParOf" srcId="{F85503D4-9908-4CB1-9BD9-5EBC0C02B6B4}" destId="{23F3451D-2FA7-417D-8498-99C46D5619AF}" srcOrd="0" destOrd="0" presId="urn:microsoft.com/office/officeart/2018/2/layout/IconCircleList"/>
    <dgm:cxn modelId="{5DEE6FEF-168D-4D8C-88C1-0E978FBB9ABD}" type="presParOf" srcId="{F85503D4-9908-4CB1-9BD9-5EBC0C02B6B4}" destId="{4F944F42-8565-4B1B-959C-D0E56AA4DA46}" srcOrd="1" destOrd="0" presId="urn:microsoft.com/office/officeart/2018/2/layout/IconCircleList"/>
    <dgm:cxn modelId="{26F3B592-156D-4FBB-9445-0CAB06700DAA}" type="presParOf" srcId="{F85503D4-9908-4CB1-9BD9-5EBC0C02B6B4}" destId="{8F7489BC-DE04-4527-9831-163D33B0E997}" srcOrd="2" destOrd="0" presId="urn:microsoft.com/office/officeart/2018/2/layout/IconCircleList"/>
    <dgm:cxn modelId="{4572BD44-811A-4B61-9BB1-F2E79000A346}" type="presParOf" srcId="{F85503D4-9908-4CB1-9BD9-5EBC0C02B6B4}" destId="{0336E315-24B5-4F92-B2E7-EE12D2CA88FA}" srcOrd="3" destOrd="0" presId="urn:microsoft.com/office/officeart/2018/2/layout/IconCircleList"/>
    <dgm:cxn modelId="{20871F55-E34D-4835-8DEA-6CF0B3924D78}" type="presParOf" srcId="{A43CC685-6426-4348-90D4-6435F3ED7BFC}" destId="{EA8519D1-07C3-4C1D-A7EB-485B4B61B195}" srcOrd="9" destOrd="0" presId="urn:microsoft.com/office/officeart/2018/2/layout/IconCircleList"/>
    <dgm:cxn modelId="{E682F474-57B4-4BCE-AC56-58FD11D71C15}" type="presParOf" srcId="{A43CC685-6426-4348-90D4-6435F3ED7BFC}" destId="{EFDB10DC-8FC2-4196-B6A9-843D13021898}" srcOrd="10" destOrd="0" presId="urn:microsoft.com/office/officeart/2018/2/layout/IconCircleList"/>
    <dgm:cxn modelId="{29D11E26-4AB0-4F2B-B249-76581DD08E85}" type="presParOf" srcId="{EFDB10DC-8FC2-4196-B6A9-843D13021898}" destId="{1E6211D0-5646-4A7E-AC9B-D5CBFC5F6EA4}" srcOrd="0" destOrd="0" presId="urn:microsoft.com/office/officeart/2018/2/layout/IconCircleList"/>
    <dgm:cxn modelId="{EC4123FA-C31F-4355-A449-7E5B2FD3A529}" type="presParOf" srcId="{EFDB10DC-8FC2-4196-B6A9-843D13021898}" destId="{CD4B36E0-EE56-4437-9D7D-CC463F71A000}" srcOrd="1" destOrd="0" presId="urn:microsoft.com/office/officeart/2018/2/layout/IconCircleList"/>
    <dgm:cxn modelId="{A42BFC7E-342A-4311-93BE-27FAEFFB7CFF}" type="presParOf" srcId="{EFDB10DC-8FC2-4196-B6A9-843D13021898}" destId="{D8A83952-53C8-46F4-ADF7-614A485BFBDD}" srcOrd="2" destOrd="0" presId="urn:microsoft.com/office/officeart/2018/2/layout/IconCircleList"/>
    <dgm:cxn modelId="{234F36FE-2077-4D96-A6C6-0E965B49D2CD}" type="presParOf" srcId="{EFDB10DC-8FC2-4196-B6A9-843D13021898}" destId="{5DC325D2-A1B6-4E2D-9BF5-AEE1B10EC2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FC7E264-A45C-48AE-92CB-FC9D9A566A2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E457C4-2B5F-4D31-9F74-0331F1595E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 type</a:t>
          </a:r>
        </a:p>
      </dgm:t>
    </dgm:pt>
    <dgm:pt modelId="{22818CD8-A31A-41AC-BA69-8EC7B9A4AEFB}" type="parTrans" cxnId="{40FD2072-914C-40E9-9B29-ED3C7FF3FBB4}">
      <dgm:prSet/>
      <dgm:spPr/>
      <dgm:t>
        <a:bodyPr/>
        <a:lstStyle/>
        <a:p>
          <a:endParaRPr lang="en-US"/>
        </a:p>
      </dgm:t>
    </dgm:pt>
    <dgm:pt modelId="{02285DD1-F7C1-40E1-90FB-13B89D2616FE}" type="sibTrans" cxnId="{40FD2072-914C-40E9-9B29-ED3C7FF3FBB4}">
      <dgm:prSet/>
      <dgm:spPr/>
      <dgm:t>
        <a:bodyPr/>
        <a:lstStyle/>
        <a:p>
          <a:endParaRPr lang="en-US"/>
        </a:p>
      </dgm:t>
    </dgm:pt>
    <dgm:pt modelId="{BDCAC157-E5B6-46FF-BD89-12DE065470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Authentication method</a:t>
          </a:r>
        </a:p>
      </dgm:t>
    </dgm:pt>
    <dgm:pt modelId="{68E593EB-3902-41C8-A99F-7274D27C81B3}" type="parTrans" cxnId="{2DD32082-BF98-4C04-8E93-BDC8902CD7D8}">
      <dgm:prSet/>
      <dgm:spPr/>
      <dgm:t>
        <a:bodyPr/>
        <a:lstStyle/>
        <a:p>
          <a:endParaRPr lang="en-US"/>
        </a:p>
      </dgm:t>
    </dgm:pt>
    <dgm:pt modelId="{28CAFDB3-BEE8-43C3-A26B-CEA9A48B6E4E}" type="sibTrans" cxnId="{2DD32082-BF98-4C04-8E93-BDC8902CD7D8}">
      <dgm:prSet/>
      <dgm:spPr/>
      <dgm:t>
        <a:bodyPr/>
        <a:lstStyle/>
        <a:p>
          <a:endParaRPr lang="en-US"/>
        </a:p>
      </dgm:t>
    </dgm:pt>
    <dgm:pt modelId="{C960479E-C8B3-475C-BA37-963296E420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 compliance</a:t>
          </a:r>
        </a:p>
      </dgm:t>
    </dgm:pt>
    <dgm:pt modelId="{87009770-3E0B-4979-85C1-9416FBD7DEFF}" type="parTrans" cxnId="{49468724-654E-42DB-BFA7-DB7D75C27451}">
      <dgm:prSet/>
      <dgm:spPr/>
      <dgm:t>
        <a:bodyPr/>
        <a:lstStyle/>
        <a:p>
          <a:endParaRPr lang="en-US"/>
        </a:p>
      </dgm:t>
    </dgm:pt>
    <dgm:pt modelId="{FD588CC3-C3DC-4788-807F-02662E14BF73}" type="sibTrans" cxnId="{49468724-654E-42DB-BFA7-DB7D75C27451}">
      <dgm:prSet/>
      <dgm:spPr/>
      <dgm:t>
        <a:bodyPr/>
        <a:lstStyle/>
        <a:p>
          <a:endParaRPr lang="en-US"/>
        </a:p>
      </dgm:t>
    </dgm:pt>
    <dgm:pt modelId="{F93CE650-16C5-437F-9B01-DE52DBD3E6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Backup strategy</a:t>
          </a:r>
        </a:p>
      </dgm:t>
    </dgm:pt>
    <dgm:pt modelId="{1FDE508E-D09E-4818-AA93-63FADD9DF049}" type="parTrans" cxnId="{B486C71D-4EBD-423F-985D-CDCE2883C69C}">
      <dgm:prSet/>
      <dgm:spPr/>
      <dgm:t>
        <a:bodyPr/>
        <a:lstStyle/>
        <a:p>
          <a:endParaRPr lang="en-US"/>
        </a:p>
      </dgm:t>
    </dgm:pt>
    <dgm:pt modelId="{2B7D494A-1339-4B6D-98B7-6125E1D49FC7}" type="sibTrans" cxnId="{B486C71D-4EBD-423F-985D-CDCE2883C69C}">
      <dgm:prSet/>
      <dgm:spPr/>
      <dgm:t>
        <a:bodyPr/>
        <a:lstStyle/>
        <a:p>
          <a:endParaRPr lang="en-US"/>
        </a:p>
      </dgm:t>
    </dgm:pt>
    <dgm:pt modelId="{FAEC6ECE-E207-4F98-8856-AED384E3F1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Budget constraints</a:t>
          </a:r>
        </a:p>
      </dgm:t>
    </dgm:pt>
    <dgm:pt modelId="{7F51D5AC-1074-48E2-A4DB-72785F72867A}" type="parTrans" cxnId="{A67E951E-A30D-4D0C-BD38-1EF5687A5077}">
      <dgm:prSet/>
      <dgm:spPr/>
      <dgm:t>
        <a:bodyPr/>
        <a:lstStyle/>
        <a:p>
          <a:endParaRPr lang="en-US"/>
        </a:p>
      </dgm:t>
    </dgm:pt>
    <dgm:pt modelId="{878E79E0-3C52-4778-9A25-9D2B2950FD5F}" type="sibTrans" cxnId="{A67E951E-A30D-4D0C-BD38-1EF5687A5077}">
      <dgm:prSet/>
      <dgm:spPr/>
      <dgm:t>
        <a:bodyPr/>
        <a:lstStyle/>
        <a:p>
          <a:endParaRPr lang="en-US"/>
        </a:p>
      </dgm:t>
    </dgm:pt>
    <dgm:pt modelId="{DBBAD2F7-6DF8-47AE-873C-F27B3E8D060E}" type="pres">
      <dgm:prSet presAssocID="{6FC7E264-A45C-48AE-92CB-FC9D9A566A2A}" presName="root" presStyleCnt="0">
        <dgm:presLayoutVars>
          <dgm:dir/>
          <dgm:resizeHandles val="exact"/>
        </dgm:presLayoutVars>
      </dgm:prSet>
      <dgm:spPr/>
    </dgm:pt>
    <dgm:pt modelId="{97D7BE6A-3D82-4FC4-9AAD-CA8591E61B52}" type="pres">
      <dgm:prSet presAssocID="{7EE457C4-2B5F-4D31-9F74-0331F1595E24}" presName="compNode" presStyleCnt="0"/>
      <dgm:spPr/>
    </dgm:pt>
    <dgm:pt modelId="{F933D59D-E529-4953-9924-A01F8BF28D61}" type="pres">
      <dgm:prSet presAssocID="{7EE457C4-2B5F-4D31-9F74-0331F1595E2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F0A34BA-BABC-4822-B581-DFEB8EFA45AC}" type="pres">
      <dgm:prSet presAssocID="{7EE457C4-2B5F-4D31-9F74-0331F1595E24}" presName="spaceRect" presStyleCnt="0"/>
      <dgm:spPr/>
    </dgm:pt>
    <dgm:pt modelId="{815E1C16-360D-4F5D-AE66-5CEDB5294E6B}" type="pres">
      <dgm:prSet presAssocID="{7EE457C4-2B5F-4D31-9F74-0331F1595E24}" presName="textRect" presStyleLbl="revTx" presStyleIdx="0" presStyleCnt="5">
        <dgm:presLayoutVars>
          <dgm:chMax val="1"/>
          <dgm:chPref val="1"/>
        </dgm:presLayoutVars>
      </dgm:prSet>
      <dgm:spPr/>
    </dgm:pt>
    <dgm:pt modelId="{92932171-5F12-4ABF-BFA5-2F5CB735BA71}" type="pres">
      <dgm:prSet presAssocID="{02285DD1-F7C1-40E1-90FB-13B89D2616FE}" presName="sibTrans" presStyleCnt="0"/>
      <dgm:spPr/>
    </dgm:pt>
    <dgm:pt modelId="{618AB171-D6E2-4ADD-91DD-E5DACB92EFD7}" type="pres">
      <dgm:prSet presAssocID="{BDCAC157-E5B6-46FF-BD89-12DE06547039}" presName="compNode" presStyleCnt="0"/>
      <dgm:spPr/>
    </dgm:pt>
    <dgm:pt modelId="{B96479D0-48F5-4531-91A2-316B924719B3}" type="pres">
      <dgm:prSet presAssocID="{BDCAC157-E5B6-46FF-BD89-12DE0654703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2B4CE43-617B-43C9-A3C6-CEDCA6859B0C}" type="pres">
      <dgm:prSet presAssocID="{BDCAC157-E5B6-46FF-BD89-12DE06547039}" presName="spaceRect" presStyleCnt="0"/>
      <dgm:spPr/>
    </dgm:pt>
    <dgm:pt modelId="{77C11511-750C-4BB2-9285-1E5F5DA4E95F}" type="pres">
      <dgm:prSet presAssocID="{BDCAC157-E5B6-46FF-BD89-12DE06547039}" presName="textRect" presStyleLbl="revTx" presStyleIdx="1" presStyleCnt="5">
        <dgm:presLayoutVars>
          <dgm:chMax val="1"/>
          <dgm:chPref val="1"/>
        </dgm:presLayoutVars>
      </dgm:prSet>
      <dgm:spPr/>
    </dgm:pt>
    <dgm:pt modelId="{E5A678E4-87E5-4265-ACA1-6C712BEA3178}" type="pres">
      <dgm:prSet presAssocID="{28CAFDB3-BEE8-43C3-A26B-CEA9A48B6E4E}" presName="sibTrans" presStyleCnt="0"/>
      <dgm:spPr/>
    </dgm:pt>
    <dgm:pt modelId="{9F4769DD-DE70-4862-97FB-D9EAD525D736}" type="pres">
      <dgm:prSet presAssocID="{C960479E-C8B3-475C-BA37-963296E420C4}" presName="compNode" presStyleCnt="0"/>
      <dgm:spPr/>
    </dgm:pt>
    <dgm:pt modelId="{A84C6744-3870-46A8-B7BF-2954A6A6539F}" type="pres">
      <dgm:prSet presAssocID="{C960479E-C8B3-475C-BA37-963296E420C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493BC49-4647-4455-8E6A-932A8315A4E2}" type="pres">
      <dgm:prSet presAssocID="{C960479E-C8B3-475C-BA37-963296E420C4}" presName="spaceRect" presStyleCnt="0"/>
      <dgm:spPr/>
    </dgm:pt>
    <dgm:pt modelId="{03D6866C-8882-421E-9B08-FA963DC63604}" type="pres">
      <dgm:prSet presAssocID="{C960479E-C8B3-475C-BA37-963296E420C4}" presName="textRect" presStyleLbl="revTx" presStyleIdx="2" presStyleCnt="5">
        <dgm:presLayoutVars>
          <dgm:chMax val="1"/>
          <dgm:chPref val="1"/>
        </dgm:presLayoutVars>
      </dgm:prSet>
      <dgm:spPr/>
    </dgm:pt>
    <dgm:pt modelId="{1B870E1D-BC19-4C42-BC76-A18175213996}" type="pres">
      <dgm:prSet presAssocID="{FD588CC3-C3DC-4788-807F-02662E14BF73}" presName="sibTrans" presStyleCnt="0"/>
      <dgm:spPr/>
    </dgm:pt>
    <dgm:pt modelId="{E96A0221-B84F-486B-9FEF-3F41B4847538}" type="pres">
      <dgm:prSet presAssocID="{F93CE650-16C5-437F-9B01-DE52DBD3E685}" presName="compNode" presStyleCnt="0"/>
      <dgm:spPr/>
    </dgm:pt>
    <dgm:pt modelId="{627E5ADF-DC81-413E-979D-DE475960E6F7}" type="pres">
      <dgm:prSet presAssocID="{F93CE650-16C5-437F-9B01-DE52DBD3E68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3F8D228-1308-491C-8EDA-5AEFC5276B96}" type="pres">
      <dgm:prSet presAssocID="{F93CE650-16C5-437F-9B01-DE52DBD3E685}" presName="spaceRect" presStyleCnt="0"/>
      <dgm:spPr/>
    </dgm:pt>
    <dgm:pt modelId="{7F3A530A-81CF-4588-864D-FC0C834462EB}" type="pres">
      <dgm:prSet presAssocID="{F93CE650-16C5-437F-9B01-DE52DBD3E685}" presName="textRect" presStyleLbl="revTx" presStyleIdx="3" presStyleCnt="5">
        <dgm:presLayoutVars>
          <dgm:chMax val="1"/>
          <dgm:chPref val="1"/>
        </dgm:presLayoutVars>
      </dgm:prSet>
      <dgm:spPr/>
    </dgm:pt>
    <dgm:pt modelId="{A56993E2-9638-47AF-89E7-C889039425D7}" type="pres">
      <dgm:prSet presAssocID="{2B7D494A-1339-4B6D-98B7-6125E1D49FC7}" presName="sibTrans" presStyleCnt="0"/>
      <dgm:spPr/>
    </dgm:pt>
    <dgm:pt modelId="{2F826E8B-3F49-482C-A111-E71C1203D5F3}" type="pres">
      <dgm:prSet presAssocID="{FAEC6ECE-E207-4F98-8856-AED384E3F17F}" presName="compNode" presStyleCnt="0"/>
      <dgm:spPr/>
    </dgm:pt>
    <dgm:pt modelId="{7C3366AA-B0FF-4A14-88A2-6D810F366A47}" type="pres">
      <dgm:prSet presAssocID="{FAEC6ECE-E207-4F98-8856-AED384E3F17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A92016E-477B-4DFE-9B02-D6B771415FE8}" type="pres">
      <dgm:prSet presAssocID="{FAEC6ECE-E207-4F98-8856-AED384E3F17F}" presName="spaceRect" presStyleCnt="0"/>
      <dgm:spPr/>
    </dgm:pt>
    <dgm:pt modelId="{3BD6A2AB-E026-49DE-9F5E-9D5A50BE4688}" type="pres">
      <dgm:prSet presAssocID="{FAEC6ECE-E207-4F98-8856-AED384E3F17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901C414-F7E2-4277-80C2-5889D469D37A}" type="presOf" srcId="{BDCAC157-E5B6-46FF-BD89-12DE06547039}" destId="{77C11511-750C-4BB2-9285-1E5F5DA4E95F}" srcOrd="0" destOrd="0" presId="urn:microsoft.com/office/officeart/2018/2/layout/IconLabelList"/>
    <dgm:cxn modelId="{B486C71D-4EBD-423F-985D-CDCE2883C69C}" srcId="{6FC7E264-A45C-48AE-92CB-FC9D9A566A2A}" destId="{F93CE650-16C5-437F-9B01-DE52DBD3E685}" srcOrd="3" destOrd="0" parTransId="{1FDE508E-D09E-4818-AA93-63FADD9DF049}" sibTransId="{2B7D494A-1339-4B6D-98B7-6125E1D49FC7}"/>
    <dgm:cxn modelId="{A67E951E-A30D-4D0C-BD38-1EF5687A5077}" srcId="{6FC7E264-A45C-48AE-92CB-FC9D9A566A2A}" destId="{FAEC6ECE-E207-4F98-8856-AED384E3F17F}" srcOrd="4" destOrd="0" parTransId="{7F51D5AC-1074-48E2-A4DB-72785F72867A}" sibTransId="{878E79E0-3C52-4778-9A25-9D2B2950FD5F}"/>
    <dgm:cxn modelId="{49468724-654E-42DB-BFA7-DB7D75C27451}" srcId="{6FC7E264-A45C-48AE-92CB-FC9D9A566A2A}" destId="{C960479E-C8B3-475C-BA37-963296E420C4}" srcOrd="2" destOrd="0" parTransId="{87009770-3E0B-4979-85C1-9416FBD7DEFF}" sibTransId="{FD588CC3-C3DC-4788-807F-02662E14BF73}"/>
    <dgm:cxn modelId="{1DBA5A33-4FD8-4773-ADE5-8860A695321D}" type="presOf" srcId="{C960479E-C8B3-475C-BA37-963296E420C4}" destId="{03D6866C-8882-421E-9B08-FA963DC63604}" srcOrd="0" destOrd="0" presId="urn:microsoft.com/office/officeart/2018/2/layout/IconLabelList"/>
    <dgm:cxn modelId="{AB2FC869-57FA-41F5-A9BE-FD09E2CEADB5}" type="presOf" srcId="{6FC7E264-A45C-48AE-92CB-FC9D9A566A2A}" destId="{DBBAD2F7-6DF8-47AE-873C-F27B3E8D060E}" srcOrd="0" destOrd="0" presId="urn:microsoft.com/office/officeart/2018/2/layout/IconLabelList"/>
    <dgm:cxn modelId="{C34E144F-E575-4F5D-894D-7EEE4433488F}" type="presOf" srcId="{F93CE650-16C5-437F-9B01-DE52DBD3E685}" destId="{7F3A530A-81CF-4588-864D-FC0C834462EB}" srcOrd="0" destOrd="0" presId="urn:microsoft.com/office/officeart/2018/2/layout/IconLabelList"/>
    <dgm:cxn modelId="{40FD2072-914C-40E9-9B29-ED3C7FF3FBB4}" srcId="{6FC7E264-A45C-48AE-92CB-FC9D9A566A2A}" destId="{7EE457C4-2B5F-4D31-9F74-0331F1595E24}" srcOrd="0" destOrd="0" parTransId="{22818CD8-A31A-41AC-BA69-8EC7B9A4AEFB}" sibTransId="{02285DD1-F7C1-40E1-90FB-13B89D2616FE}"/>
    <dgm:cxn modelId="{2DD32082-BF98-4C04-8E93-BDC8902CD7D8}" srcId="{6FC7E264-A45C-48AE-92CB-FC9D9A566A2A}" destId="{BDCAC157-E5B6-46FF-BD89-12DE06547039}" srcOrd="1" destOrd="0" parTransId="{68E593EB-3902-41C8-A99F-7274D27C81B3}" sibTransId="{28CAFDB3-BEE8-43C3-A26B-CEA9A48B6E4E}"/>
    <dgm:cxn modelId="{E851F9CD-67C8-4F26-8DBA-3A0A2AEDA1B4}" type="presOf" srcId="{7EE457C4-2B5F-4D31-9F74-0331F1595E24}" destId="{815E1C16-360D-4F5D-AE66-5CEDB5294E6B}" srcOrd="0" destOrd="0" presId="urn:microsoft.com/office/officeart/2018/2/layout/IconLabelList"/>
    <dgm:cxn modelId="{94B920DF-B85D-4094-BFF3-7602F9FC9A33}" type="presOf" srcId="{FAEC6ECE-E207-4F98-8856-AED384E3F17F}" destId="{3BD6A2AB-E026-49DE-9F5E-9D5A50BE4688}" srcOrd="0" destOrd="0" presId="urn:microsoft.com/office/officeart/2018/2/layout/IconLabelList"/>
    <dgm:cxn modelId="{0787B67C-8FA8-48B4-955E-0254A9009347}" type="presParOf" srcId="{DBBAD2F7-6DF8-47AE-873C-F27B3E8D060E}" destId="{97D7BE6A-3D82-4FC4-9AAD-CA8591E61B52}" srcOrd="0" destOrd="0" presId="urn:microsoft.com/office/officeart/2018/2/layout/IconLabelList"/>
    <dgm:cxn modelId="{ECF89A88-0868-4364-8CE9-8F57D333130B}" type="presParOf" srcId="{97D7BE6A-3D82-4FC4-9AAD-CA8591E61B52}" destId="{F933D59D-E529-4953-9924-A01F8BF28D61}" srcOrd="0" destOrd="0" presId="urn:microsoft.com/office/officeart/2018/2/layout/IconLabelList"/>
    <dgm:cxn modelId="{D70643E8-C8AE-43E2-A62B-C3F004004D73}" type="presParOf" srcId="{97D7BE6A-3D82-4FC4-9AAD-CA8591E61B52}" destId="{EF0A34BA-BABC-4822-B581-DFEB8EFA45AC}" srcOrd="1" destOrd="0" presId="urn:microsoft.com/office/officeart/2018/2/layout/IconLabelList"/>
    <dgm:cxn modelId="{13D7BB92-F533-4C60-BF1C-5B93B31DFCAF}" type="presParOf" srcId="{97D7BE6A-3D82-4FC4-9AAD-CA8591E61B52}" destId="{815E1C16-360D-4F5D-AE66-5CEDB5294E6B}" srcOrd="2" destOrd="0" presId="urn:microsoft.com/office/officeart/2018/2/layout/IconLabelList"/>
    <dgm:cxn modelId="{2B0EE962-0580-4042-A8A9-52F18D59C4C3}" type="presParOf" srcId="{DBBAD2F7-6DF8-47AE-873C-F27B3E8D060E}" destId="{92932171-5F12-4ABF-BFA5-2F5CB735BA71}" srcOrd="1" destOrd="0" presId="urn:microsoft.com/office/officeart/2018/2/layout/IconLabelList"/>
    <dgm:cxn modelId="{2C4C49AD-62EE-43D6-9AFC-0AB041D8AA23}" type="presParOf" srcId="{DBBAD2F7-6DF8-47AE-873C-F27B3E8D060E}" destId="{618AB171-D6E2-4ADD-91DD-E5DACB92EFD7}" srcOrd="2" destOrd="0" presId="urn:microsoft.com/office/officeart/2018/2/layout/IconLabelList"/>
    <dgm:cxn modelId="{1D9809F0-F954-477C-AADF-04000E896841}" type="presParOf" srcId="{618AB171-D6E2-4ADD-91DD-E5DACB92EFD7}" destId="{B96479D0-48F5-4531-91A2-316B924719B3}" srcOrd="0" destOrd="0" presId="urn:microsoft.com/office/officeart/2018/2/layout/IconLabelList"/>
    <dgm:cxn modelId="{44420FFF-59BD-48C9-B07C-2475E6A2C689}" type="presParOf" srcId="{618AB171-D6E2-4ADD-91DD-E5DACB92EFD7}" destId="{22B4CE43-617B-43C9-A3C6-CEDCA6859B0C}" srcOrd="1" destOrd="0" presId="urn:microsoft.com/office/officeart/2018/2/layout/IconLabelList"/>
    <dgm:cxn modelId="{F74DA095-92E4-41D4-9880-C92DFFAC6613}" type="presParOf" srcId="{618AB171-D6E2-4ADD-91DD-E5DACB92EFD7}" destId="{77C11511-750C-4BB2-9285-1E5F5DA4E95F}" srcOrd="2" destOrd="0" presId="urn:microsoft.com/office/officeart/2018/2/layout/IconLabelList"/>
    <dgm:cxn modelId="{7DABF4EC-0CAA-4ABB-9E33-DF168FF6DB63}" type="presParOf" srcId="{DBBAD2F7-6DF8-47AE-873C-F27B3E8D060E}" destId="{E5A678E4-87E5-4265-ACA1-6C712BEA3178}" srcOrd="3" destOrd="0" presId="urn:microsoft.com/office/officeart/2018/2/layout/IconLabelList"/>
    <dgm:cxn modelId="{15B45C0D-2E14-4197-AE24-C43CDF53D794}" type="presParOf" srcId="{DBBAD2F7-6DF8-47AE-873C-F27B3E8D060E}" destId="{9F4769DD-DE70-4862-97FB-D9EAD525D736}" srcOrd="4" destOrd="0" presId="urn:microsoft.com/office/officeart/2018/2/layout/IconLabelList"/>
    <dgm:cxn modelId="{1A46B5F1-EAE5-4ED5-BB47-DDBAA5915B20}" type="presParOf" srcId="{9F4769DD-DE70-4862-97FB-D9EAD525D736}" destId="{A84C6744-3870-46A8-B7BF-2954A6A6539F}" srcOrd="0" destOrd="0" presId="urn:microsoft.com/office/officeart/2018/2/layout/IconLabelList"/>
    <dgm:cxn modelId="{3F3A7612-DD89-4BAB-9458-DC0BB18F0050}" type="presParOf" srcId="{9F4769DD-DE70-4862-97FB-D9EAD525D736}" destId="{E493BC49-4647-4455-8E6A-932A8315A4E2}" srcOrd="1" destOrd="0" presId="urn:microsoft.com/office/officeart/2018/2/layout/IconLabelList"/>
    <dgm:cxn modelId="{425238A5-0869-44A2-83AB-9821E46D2D2C}" type="presParOf" srcId="{9F4769DD-DE70-4862-97FB-D9EAD525D736}" destId="{03D6866C-8882-421E-9B08-FA963DC63604}" srcOrd="2" destOrd="0" presId="urn:microsoft.com/office/officeart/2018/2/layout/IconLabelList"/>
    <dgm:cxn modelId="{C19E4AC7-A53E-4CDB-BC84-E1158A9C9C4C}" type="presParOf" srcId="{DBBAD2F7-6DF8-47AE-873C-F27B3E8D060E}" destId="{1B870E1D-BC19-4C42-BC76-A18175213996}" srcOrd="5" destOrd="0" presId="urn:microsoft.com/office/officeart/2018/2/layout/IconLabelList"/>
    <dgm:cxn modelId="{C56E8C47-40EB-4F9B-A060-7EFF3D1A463F}" type="presParOf" srcId="{DBBAD2F7-6DF8-47AE-873C-F27B3E8D060E}" destId="{E96A0221-B84F-486B-9FEF-3F41B4847538}" srcOrd="6" destOrd="0" presId="urn:microsoft.com/office/officeart/2018/2/layout/IconLabelList"/>
    <dgm:cxn modelId="{9652C2B7-AE56-4AEA-B0C4-E41DB23F00FB}" type="presParOf" srcId="{E96A0221-B84F-486B-9FEF-3F41B4847538}" destId="{627E5ADF-DC81-413E-979D-DE475960E6F7}" srcOrd="0" destOrd="0" presId="urn:microsoft.com/office/officeart/2018/2/layout/IconLabelList"/>
    <dgm:cxn modelId="{107A0D51-B01C-4C12-85D7-8A8839967318}" type="presParOf" srcId="{E96A0221-B84F-486B-9FEF-3F41B4847538}" destId="{F3F8D228-1308-491C-8EDA-5AEFC5276B96}" srcOrd="1" destOrd="0" presId="urn:microsoft.com/office/officeart/2018/2/layout/IconLabelList"/>
    <dgm:cxn modelId="{CFC74AD7-2CAF-417C-9DDA-48080C047F43}" type="presParOf" srcId="{E96A0221-B84F-486B-9FEF-3F41B4847538}" destId="{7F3A530A-81CF-4588-864D-FC0C834462EB}" srcOrd="2" destOrd="0" presId="urn:microsoft.com/office/officeart/2018/2/layout/IconLabelList"/>
    <dgm:cxn modelId="{9F8243A1-D913-40C1-A7E9-262D7F40E788}" type="presParOf" srcId="{DBBAD2F7-6DF8-47AE-873C-F27B3E8D060E}" destId="{A56993E2-9638-47AF-89E7-C889039425D7}" srcOrd="7" destOrd="0" presId="urn:microsoft.com/office/officeart/2018/2/layout/IconLabelList"/>
    <dgm:cxn modelId="{1FAD7D6A-3D3A-44EA-B5A2-4795DFAE07A5}" type="presParOf" srcId="{DBBAD2F7-6DF8-47AE-873C-F27B3E8D060E}" destId="{2F826E8B-3F49-482C-A111-E71C1203D5F3}" srcOrd="8" destOrd="0" presId="urn:microsoft.com/office/officeart/2018/2/layout/IconLabelList"/>
    <dgm:cxn modelId="{41590617-10B8-4D00-B0D6-1AC3595079E8}" type="presParOf" srcId="{2F826E8B-3F49-482C-A111-E71C1203D5F3}" destId="{7C3366AA-B0FF-4A14-88A2-6D810F366A47}" srcOrd="0" destOrd="0" presId="urn:microsoft.com/office/officeart/2018/2/layout/IconLabelList"/>
    <dgm:cxn modelId="{395BD487-75E1-4968-A063-54A583777105}" type="presParOf" srcId="{2F826E8B-3F49-482C-A111-E71C1203D5F3}" destId="{BA92016E-477B-4DFE-9B02-D6B771415FE8}" srcOrd="1" destOrd="0" presId="urn:microsoft.com/office/officeart/2018/2/layout/IconLabelList"/>
    <dgm:cxn modelId="{03C944E5-CB40-47C4-A286-B0A437FB3C9E}" type="presParOf" srcId="{2F826E8B-3F49-482C-A111-E71C1203D5F3}" destId="{3BD6A2AB-E026-49DE-9F5E-9D5A50BE468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7C84F-8E51-4CC4-8245-5C7E6572C377}">
      <dsp:nvSpPr>
        <dsp:cNvPr id="0" name=""/>
        <dsp:cNvSpPr/>
      </dsp:nvSpPr>
      <dsp:spPr>
        <a:xfrm>
          <a:off x="5651" y="873449"/>
          <a:ext cx="2186232" cy="1388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8EAA07-2B42-4DAA-88A8-93C5324D9816}">
      <dsp:nvSpPr>
        <dsp:cNvPr id="0" name=""/>
        <dsp:cNvSpPr/>
      </dsp:nvSpPr>
      <dsp:spPr>
        <a:xfrm>
          <a:off x="248566" y="1104218"/>
          <a:ext cx="2186232" cy="13882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/>
            <a:t>TS</a:t>
          </a:r>
        </a:p>
      </dsp:txBody>
      <dsp:txXfrm>
        <a:off x="289227" y="1144879"/>
        <a:ext cx="2104910" cy="1306935"/>
      </dsp:txXfrm>
    </dsp:sp>
    <dsp:sp modelId="{FF1EFAA4-6930-418B-8AF8-7D05E9723D0F}">
      <dsp:nvSpPr>
        <dsp:cNvPr id="0" name=""/>
        <dsp:cNvSpPr/>
      </dsp:nvSpPr>
      <dsp:spPr>
        <a:xfrm>
          <a:off x="2677713" y="873449"/>
          <a:ext cx="2186232" cy="1388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BB4A6-8C61-4F58-B55B-D0A6BA6736FC}">
      <dsp:nvSpPr>
        <dsp:cNvPr id="0" name=""/>
        <dsp:cNvSpPr/>
      </dsp:nvSpPr>
      <dsp:spPr>
        <a:xfrm>
          <a:off x="2920628" y="1104218"/>
          <a:ext cx="2186232" cy="13882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/>
            <a:t>AH</a:t>
          </a:r>
        </a:p>
      </dsp:txBody>
      <dsp:txXfrm>
        <a:off x="2961289" y="1144879"/>
        <a:ext cx="2104910" cy="1306935"/>
      </dsp:txXfrm>
    </dsp:sp>
    <dsp:sp modelId="{4DE6A851-7869-4E4E-8C46-FD03DCEDC3F4}">
      <dsp:nvSpPr>
        <dsp:cNvPr id="0" name=""/>
        <dsp:cNvSpPr/>
      </dsp:nvSpPr>
      <dsp:spPr>
        <a:xfrm>
          <a:off x="5349775" y="797372"/>
          <a:ext cx="2597528" cy="14569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6145A-DBCB-4229-81E6-FAEBA07C3734}">
      <dsp:nvSpPr>
        <dsp:cNvPr id="0" name=""/>
        <dsp:cNvSpPr/>
      </dsp:nvSpPr>
      <dsp:spPr>
        <a:xfrm>
          <a:off x="5592690" y="1028141"/>
          <a:ext cx="2597528" cy="14569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/>
            <a:t>GO</a:t>
          </a:r>
        </a:p>
      </dsp:txBody>
      <dsp:txXfrm>
        <a:off x="5635361" y="1070812"/>
        <a:ext cx="2512186" cy="13715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A1900-4B95-4AA3-B1C8-730C5CB944A2}">
      <dsp:nvSpPr>
        <dsp:cNvPr id="0" name=""/>
        <dsp:cNvSpPr/>
      </dsp:nvSpPr>
      <dsp:spPr>
        <a:xfrm>
          <a:off x="341781" y="1057354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0DF853-16E7-467E-9E5A-12246756BA28}">
      <dsp:nvSpPr>
        <dsp:cNvPr id="0" name=""/>
        <dsp:cNvSpPr/>
      </dsp:nvSpPr>
      <dsp:spPr>
        <a:xfrm>
          <a:off x="568240" y="1283813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A5B85-05ED-468D-A5DD-4579382ECE32}">
      <dsp:nvSpPr>
        <dsp:cNvPr id="0" name=""/>
        <dsp:cNvSpPr/>
      </dsp:nvSpPr>
      <dsp:spPr>
        <a:xfrm>
          <a:off x="2092" y="2450948"/>
          <a:ext cx="1741992" cy="849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to support XYZ University student records system.</a:t>
          </a:r>
        </a:p>
      </dsp:txBody>
      <dsp:txXfrm>
        <a:off x="2092" y="2450948"/>
        <a:ext cx="1741992" cy="849221"/>
      </dsp:txXfrm>
    </dsp:sp>
    <dsp:sp modelId="{B5C2FD87-AD1B-48A4-9D2D-FCED07139C38}">
      <dsp:nvSpPr>
        <dsp:cNvPr id="0" name=""/>
        <dsp:cNvSpPr/>
      </dsp:nvSpPr>
      <dsp:spPr>
        <a:xfrm>
          <a:off x="2388621" y="1057354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A249BC-4DEA-4933-A886-1765BEFF474D}">
      <dsp:nvSpPr>
        <dsp:cNvPr id="0" name=""/>
        <dsp:cNvSpPr/>
      </dsp:nvSpPr>
      <dsp:spPr>
        <a:xfrm>
          <a:off x="2615080" y="1283813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064C6-0A1B-4C5A-BB5E-77247B2B5557}">
      <dsp:nvSpPr>
        <dsp:cNvPr id="0" name=""/>
        <dsp:cNvSpPr/>
      </dsp:nvSpPr>
      <dsp:spPr>
        <a:xfrm>
          <a:off x="2048933" y="2450948"/>
          <a:ext cx="1741992" cy="849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Design a scalable, secure, and cost-efficient AWS solution</a:t>
          </a:r>
        </a:p>
      </dsp:txBody>
      <dsp:txXfrm>
        <a:off x="2048933" y="2450948"/>
        <a:ext cx="1741992" cy="849221"/>
      </dsp:txXfrm>
    </dsp:sp>
    <dsp:sp modelId="{6A60A9EA-CB35-4250-BBF2-54112B91A4AC}">
      <dsp:nvSpPr>
        <dsp:cNvPr id="0" name=""/>
        <dsp:cNvSpPr/>
      </dsp:nvSpPr>
      <dsp:spPr>
        <a:xfrm>
          <a:off x="4435462" y="1057354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3FCAE-3F98-4942-A7E6-515DAE1B2707}">
      <dsp:nvSpPr>
        <dsp:cNvPr id="0" name=""/>
        <dsp:cNvSpPr/>
      </dsp:nvSpPr>
      <dsp:spPr>
        <a:xfrm>
          <a:off x="4661921" y="1283813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10EDF-A87D-491E-A746-E623E6E81F8B}">
      <dsp:nvSpPr>
        <dsp:cNvPr id="0" name=""/>
        <dsp:cNvSpPr/>
      </dsp:nvSpPr>
      <dsp:spPr>
        <a:xfrm>
          <a:off x="4095774" y="2450948"/>
          <a:ext cx="1741992" cy="849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Plan, design, build, and deploy the web app</a:t>
          </a:r>
        </a:p>
      </dsp:txBody>
      <dsp:txXfrm>
        <a:off x="4095774" y="2450948"/>
        <a:ext cx="1741992" cy="849221"/>
      </dsp:txXfrm>
    </dsp:sp>
    <dsp:sp modelId="{854F267B-0FE0-4020-93B4-DE4098450EFA}">
      <dsp:nvSpPr>
        <dsp:cNvPr id="0" name=""/>
        <dsp:cNvSpPr/>
      </dsp:nvSpPr>
      <dsp:spPr>
        <a:xfrm>
          <a:off x="6482303" y="1057354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F542DC-EFC3-4274-A509-7D1341AC1C78}">
      <dsp:nvSpPr>
        <dsp:cNvPr id="0" name=""/>
        <dsp:cNvSpPr/>
      </dsp:nvSpPr>
      <dsp:spPr>
        <a:xfrm>
          <a:off x="6708762" y="1283813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ECB5E-3CB1-4362-A923-9BD6D0955462}">
      <dsp:nvSpPr>
        <dsp:cNvPr id="0" name=""/>
        <dsp:cNvSpPr/>
      </dsp:nvSpPr>
      <dsp:spPr>
        <a:xfrm>
          <a:off x="6142615" y="2450948"/>
          <a:ext cx="1741992" cy="849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Support growth and optimize costs</a:t>
          </a:r>
        </a:p>
      </dsp:txBody>
      <dsp:txXfrm>
        <a:off x="6142615" y="2450948"/>
        <a:ext cx="1741992" cy="8492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E351A-9D11-49EA-B17F-B43D3047FDB9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F2934-5C19-4415-9960-013BA42FFA08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51138-C61E-4490-8F94-0A1AC25DB2CE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-Analyze problem statement</a:t>
          </a:r>
        </a:p>
      </dsp:txBody>
      <dsp:txXfrm>
        <a:off x="1129902" y="4592"/>
        <a:ext cx="3596298" cy="978270"/>
      </dsp:txXfrm>
    </dsp:sp>
    <dsp:sp modelId="{34439900-49A1-4E36-B5DF-8D7FA3455611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7104D-0DD3-49F3-9C5D-6895A361D1BE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35D51-1896-4D33-81A0-FAA89F87571B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-Identify functional, non-functional, and technical requirements</a:t>
          </a:r>
        </a:p>
      </dsp:txBody>
      <dsp:txXfrm>
        <a:off x="1129902" y="1227431"/>
        <a:ext cx="3596298" cy="978270"/>
      </dsp:txXfrm>
    </dsp:sp>
    <dsp:sp modelId="{1BBFC691-0A25-4A30-88FC-5084851AB214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603A3-A67A-485C-86AA-592ACCA84A27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CF05E-92C9-476C-9926-158309262B9A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-Identify gaps</a:t>
          </a:r>
        </a:p>
      </dsp:txBody>
      <dsp:txXfrm>
        <a:off x="1129902" y="2450269"/>
        <a:ext cx="3596298" cy="978270"/>
      </dsp:txXfrm>
    </dsp:sp>
    <dsp:sp modelId="{4D55FCE1-741A-4A0C-9E50-B97E8F814529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F29CB-C137-4CCF-96BD-7FAF351A4B9B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F01FD-4286-4D40-B73A-D422A5006235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-Conduct client meeting</a:t>
          </a:r>
        </a:p>
      </dsp:txBody>
      <dsp:txXfrm>
        <a:off x="1129902" y="3673107"/>
        <a:ext cx="3596298" cy="978270"/>
      </dsp:txXfrm>
    </dsp:sp>
    <dsp:sp modelId="{79643247-2A20-4D67-B5E7-90B85238DB9E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5E720-9688-426A-B1FC-590C344AFF3F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8B172-A7EE-4B45-B574-1178D5C1AC40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-Update final requirements</a:t>
          </a:r>
        </a:p>
      </dsp:txBody>
      <dsp:txXfrm>
        <a:off x="1129902" y="4895945"/>
        <a:ext cx="3596298" cy="9782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11F21-6C64-4FE3-8267-1625A80E9665}">
      <dsp:nvSpPr>
        <dsp:cNvPr id="0" name=""/>
        <dsp:cNvSpPr/>
      </dsp:nvSpPr>
      <dsp:spPr>
        <a:xfrm>
          <a:off x="9439" y="572330"/>
          <a:ext cx="2074952" cy="622485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60" tIns="76860" rIns="76860" bIns="768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View</a:t>
          </a:r>
        </a:p>
      </dsp:txBody>
      <dsp:txXfrm>
        <a:off x="196185" y="572330"/>
        <a:ext cx="1701461" cy="622485"/>
      </dsp:txXfrm>
    </dsp:sp>
    <dsp:sp modelId="{D1863756-8342-4F51-A74D-C21E81DC0703}">
      <dsp:nvSpPr>
        <dsp:cNvPr id="0" name=""/>
        <dsp:cNvSpPr/>
      </dsp:nvSpPr>
      <dsp:spPr>
        <a:xfrm>
          <a:off x="9439" y="1194815"/>
          <a:ext cx="1888206" cy="242565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10" tIns="149210" rIns="149210" bIns="29842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FR-01 The system should allow to view student instantly</a:t>
          </a:r>
        </a:p>
      </dsp:txBody>
      <dsp:txXfrm>
        <a:off x="9439" y="1194815"/>
        <a:ext cx="1888206" cy="2425658"/>
      </dsp:txXfrm>
    </dsp:sp>
    <dsp:sp modelId="{376534F0-0BC3-483D-BAE5-B8E967E8ABF3}">
      <dsp:nvSpPr>
        <dsp:cNvPr id="0" name=""/>
        <dsp:cNvSpPr/>
      </dsp:nvSpPr>
      <dsp:spPr>
        <a:xfrm>
          <a:off x="2043452" y="572330"/>
          <a:ext cx="2074952" cy="622485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60" tIns="76860" rIns="76860" bIns="768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Add</a:t>
          </a:r>
        </a:p>
      </dsp:txBody>
      <dsp:txXfrm>
        <a:off x="2230198" y="572330"/>
        <a:ext cx="1701461" cy="622485"/>
      </dsp:txXfrm>
    </dsp:sp>
    <dsp:sp modelId="{333B9DE4-3858-4A9C-A5C2-576F5AD09565}">
      <dsp:nvSpPr>
        <dsp:cNvPr id="0" name=""/>
        <dsp:cNvSpPr/>
      </dsp:nvSpPr>
      <dsp:spPr>
        <a:xfrm>
          <a:off x="2043452" y="1194815"/>
          <a:ext cx="1888206" cy="242565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10" tIns="149210" rIns="149210" bIns="29842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FR-02 New records must be saved and seen with no error</a:t>
          </a:r>
        </a:p>
      </dsp:txBody>
      <dsp:txXfrm>
        <a:off x="2043452" y="1194815"/>
        <a:ext cx="1888206" cy="2425658"/>
      </dsp:txXfrm>
    </dsp:sp>
    <dsp:sp modelId="{2F88D71C-365A-4B66-9968-4152F6767DF4}">
      <dsp:nvSpPr>
        <dsp:cNvPr id="0" name=""/>
        <dsp:cNvSpPr/>
      </dsp:nvSpPr>
      <dsp:spPr>
        <a:xfrm>
          <a:off x="4077465" y="572330"/>
          <a:ext cx="2074952" cy="622485"/>
        </a:xfrm>
        <a:prstGeom prst="chevron">
          <a:avLst>
            <a:gd name="adj" fmla="val 3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60" tIns="76860" rIns="76860" bIns="768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Modify</a:t>
          </a:r>
        </a:p>
      </dsp:txBody>
      <dsp:txXfrm>
        <a:off x="4264211" y="572330"/>
        <a:ext cx="1701461" cy="622485"/>
      </dsp:txXfrm>
    </dsp:sp>
    <dsp:sp modelId="{0A33C3EE-6FDD-4471-932D-302E9C2315A5}">
      <dsp:nvSpPr>
        <dsp:cNvPr id="0" name=""/>
        <dsp:cNvSpPr/>
      </dsp:nvSpPr>
      <dsp:spPr>
        <a:xfrm>
          <a:off x="4077465" y="1194815"/>
          <a:ext cx="1888206" cy="242565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10" tIns="149210" rIns="149210" bIns="29842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FR-03 The changes can be seen at the time of the update throughout the system</a:t>
          </a:r>
        </a:p>
      </dsp:txBody>
      <dsp:txXfrm>
        <a:off x="4077465" y="1194815"/>
        <a:ext cx="1888206" cy="2425658"/>
      </dsp:txXfrm>
    </dsp:sp>
    <dsp:sp modelId="{FB02A566-C375-4D20-AC32-5C083095C6C6}">
      <dsp:nvSpPr>
        <dsp:cNvPr id="0" name=""/>
        <dsp:cNvSpPr/>
      </dsp:nvSpPr>
      <dsp:spPr>
        <a:xfrm>
          <a:off x="6111479" y="572330"/>
          <a:ext cx="2074952" cy="622485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60" tIns="76860" rIns="76860" bIns="768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Delete</a:t>
          </a:r>
        </a:p>
      </dsp:txBody>
      <dsp:txXfrm>
        <a:off x="6298225" y="572330"/>
        <a:ext cx="1701461" cy="622485"/>
      </dsp:txXfrm>
    </dsp:sp>
    <dsp:sp modelId="{92F05EA7-411F-4CAF-862D-7EF0E710C9DC}">
      <dsp:nvSpPr>
        <dsp:cNvPr id="0" name=""/>
        <dsp:cNvSpPr/>
      </dsp:nvSpPr>
      <dsp:spPr>
        <a:xfrm>
          <a:off x="6190462" y="1316414"/>
          <a:ext cx="1888206" cy="242565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10" tIns="149210" rIns="149210" bIns="29842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FR-04 The records that are hidden or removed will not impact other </a:t>
          </a:r>
          <a:r>
            <a:rPr lang="en-US" sz="2000" kern="1200" dirty="0" err="1"/>
            <a:t>datas</a:t>
          </a:r>
          <a:endParaRPr lang="en-US" sz="2000" kern="1200" dirty="0"/>
        </a:p>
      </dsp:txBody>
      <dsp:txXfrm>
        <a:off x="6190462" y="1316414"/>
        <a:ext cx="1888206" cy="24256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9D630-1499-45EE-A6C7-8D7BA0095453}">
      <dsp:nvSpPr>
        <dsp:cNvPr id="0" name=""/>
        <dsp:cNvSpPr/>
      </dsp:nvSpPr>
      <dsp:spPr>
        <a:xfrm>
          <a:off x="0" y="409"/>
          <a:ext cx="3024377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3B0D187-4900-4B0A-8306-558E8E0C1F0B}">
      <dsp:nvSpPr>
        <dsp:cNvPr id="0" name=""/>
        <dsp:cNvSpPr/>
      </dsp:nvSpPr>
      <dsp:spPr>
        <a:xfrm>
          <a:off x="0" y="409"/>
          <a:ext cx="2958204" cy="670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Using AWS US East (N. Virginia) region</a:t>
          </a:r>
          <a:endParaRPr lang="en-US" sz="800" kern="1200" dirty="0"/>
        </a:p>
      </dsp:txBody>
      <dsp:txXfrm>
        <a:off x="0" y="409"/>
        <a:ext cx="2958204" cy="670763"/>
      </dsp:txXfrm>
    </dsp:sp>
    <dsp:sp modelId="{71F7AD1E-9BEE-4E45-96CE-5BB7BF98AA1E}">
      <dsp:nvSpPr>
        <dsp:cNvPr id="0" name=""/>
        <dsp:cNvSpPr/>
      </dsp:nvSpPr>
      <dsp:spPr>
        <a:xfrm>
          <a:off x="0" y="671172"/>
          <a:ext cx="3024377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F4FD1E2-7B2E-4032-A854-01DA296F8EAC}">
      <dsp:nvSpPr>
        <dsp:cNvPr id="0" name=""/>
        <dsp:cNvSpPr/>
      </dsp:nvSpPr>
      <dsp:spPr>
        <a:xfrm>
          <a:off x="0" y="671172"/>
          <a:ext cx="604875" cy="670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Load balancer</a:t>
          </a:r>
          <a:endParaRPr lang="en-US" sz="800" kern="1200" dirty="0"/>
        </a:p>
      </dsp:txBody>
      <dsp:txXfrm>
        <a:off x="0" y="671172"/>
        <a:ext cx="604875" cy="670763"/>
      </dsp:txXfrm>
    </dsp:sp>
    <dsp:sp modelId="{E50B4B3B-921D-4A44-8CA2-DABCA8E32359}">
      <dsp:nvSpPr>
        <dsp:cNvPr id="0" name=""/>
        <dsp:cNvSpPr/>
      </dsp:nvSpPr>
      <dsp:spPr>
        <a:xfrm>
          <a:off x="650241" y="701632"/>
          <a:ext cx="2374136" cy="609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ea typeface="Calibri"/>
              <a:cs typeface="Calibri"/>
            </a:rPr>
            <a:t>Single point of entry distributes load against a pool of resources</a:t>
          </a:r>
          <a:endParaRPr lang="en-US" sz="1200" kern="1200" dirty="0">
            <a:ea typeface="Calibri"/>
            <a:cs typeface="Calibri"/>
          </a:endParaRPr>
        </a:p>
      </dsp:txBody>
      <dsp:txXfrm>
        <a:off x="650241" y="701632"/>
        <a:ext cx="2374136" cy="609189"/>
      </dsp:txXfrm>
    </dsp:sp>
    <dsp:sp modelId="{AE089ACF-CA59-4A9A-B83E-FAC41057DCB9}">
      <dsp:nvSpPr>
        <dsp:cNvPr id="0" name=""/>
        <dsp:cNvSpPr/>
      </dsp:nvSpPr>
      <dsp:spPr>
        <a:xfrm>
          <a:off x="604875" y="1310821"/>
          <a:ext cx="2419502" cy="0"/>
        </a:xfrm>
        <a:prstGeom prst="line">
          <a:avLst/>
        </a:prstGeom>
        <a:noFill/>
        <a:ln w="9525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7A5643B1-5E6B-4B2C-8A8F-821683AEE95D}">
      <dsp:nvSpPr>
        <dsp:cNvPr id="0" name=""/>
        <dsp:cNvSpPr/>
      </dsp:nvSpPr>
      <dsp:spPr>
        <a:xfrm>
          <a:off x="0" y="1341935"/>
          <a:ext cx="3024377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E8DFEA9-8A6E-40BE-B33A-08BA61E0765E}">
      <dsp:nvSpPr>
        <dsp:cNvPr id="0" name=""/>
        <dsp:cNvSpPr/>
      </dsp:nvSpPr>
      <dsp:spPr>
        <a:xfrm>
          <a:off x="0" y="1341935"/>
          <a:ext cx="604875" cy="670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Two-tier architecture</a:t>
          </a:r>
          <a:endParaRPr lang="en-US" sz="800" kern="1200" dirty="0"/>
        </a:p>
      </dsp:txBody>
      <dsp:txXfrm>
        <a:off x="0" y="1341935"/>
        <a:ext cx="604875" cy="670763"/>
      </dsp:txXfrm>
    </dsp:sp>
    <dsp:sp modelId="{9E8CA11A-2F05-4FC7-9250-E2298139AA19}">
      <dsp:nvSpPr>
        <dsp:cNvPr id="0" name=""/>
        <dsp:cNvSpPr/>
      </dsp:nvSpPr>
      <dsp:spPr>
        <a:xfrm>
          <a:off x="650241" y="1372395"/>
          <a:ext cx="2374136" cy="609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ea typeface="Calibri"/>
              <a:cs typeface="Calibri"/>
            </a:rPr>
            <a:t>This will enhance performance &amp; security and eliminate single points of failure</a:t>
          </a:r>
          <a:endParaRPr lang="en-US" sz="1200" kern="1200" dirty="0">
            <a:ea typeface="Calibri"/>
            <a:cs typeface="Calibri"/>
          </a:endParaRPr>
        </a:p>
      </dsp:txBody>
      <dsp:txXfrm>
        <a:off x="650241" y="1372395"/>
        <a:ext cx="2374136" cy="609189"/>
      </dsp:txXfrm>
    </dsp:sp>
    <dsp:sp modelId="{AA301A27-293B-4AB4-8A99-B8D4E6F48C14}">
      <dsp:nvSpPr>
        <dsp:cNvPr id="0" name=""/>
        <dsp:cNvSpPr/>
      </dsp:nvSpPr>
      <dsp:spPr>
        <a:xfrm>
          <a:off x="604875" y="1981584"/>
          <a:ext cx="2419502" cy="0"/>
        </a:xfrm>
        <a:prstGeom prst="line">
          <a:avLst/>
        </a:prstGeom>
        <a:noFill/>
        <a:ln w="9525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BD046130-C728-4E55-B1C6-526885D5387A}">
      <dsp:nvSpPr>
        <dsp:cNvPr id="0" name=""/>
        <dsp:cNvSpPr/>
      </dsp:nvSpPr>
      <dsp:spPr>
        <a:xfrm>
          <a:off x="0" y="2012699"/>
          <a:ext cx="3024377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3DA310C-F31B-4BD1-87A3-57A916876CFC}">
      <dsp:nvSpPr>
        <dsp:cNvPr id="0" name=""/>
        <dsp:cNvSpPr/>
      </dsp:nvSpPr>
      <dsp:spPr>
        <a:xfrm>
          <a:off x="0" y="2012699"/>
          <a:ext cx="604875" cy="670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Auto scaling</a:t>
          </a:r>
          <a:endParaRPr lang="en-US" sz="800" kern="1200" dirty="0"/>
        </a:p>
      </dsp:txBody>
      <dsp:txXfrm>
        <a:off x="0" y="2012699"/>
        <a:ext cx="604875" cy="670763"/>
      </dsp:txXfrm>
    </dsp:sp>
    <dsp:sp modelId="{837DC585-09FF-4FAC-BB70-0AACB1C5824F}">
      <dsp:nvSpPr>
        <dsp:cNvPr id="0" name=""/>
        <dsp:cNvSpPr/>
      </dsp:nvSpPr>
      <dsp:spPr>
        <a:xfrm>
          <a:off x="650241" y="2043158"/>
          <a:ext cx="2374136" cy="609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ea typeface="Calibri"/>
              <a:cs typeface="Calibri"/>
            </a:rPr>
            <a:t>This will help meet demand during spikes</a:t>
          </a:r>
        </a:p>
      </dsp:txBody>
      <dsp:txXfrm>
        <a:off x="650241" y="2043158"/>
        <a:ext cx="2374136" cy="609189"/>
      </dsp:txXfrm>
    </dsp:sp>
    <dsp:sp modelId="{84BC2C7B-1D42-44D5-ACD3-55CDC5C4797C}">
      <dsp:nvSpPr>
        <dsp:cNvPr id="0" name=""/>
        <dsp:cNvSpPr/>
      </dsp:nvSpPr>
      <dsp:spPr>
        <a:xfrm>
          <a:off x="604875" y="2652347"/>
          <a:ext cx="2419502" cy="0"/>
        </a:xfrm>
        <a:prstGeom prst="line">
          <a:avLst/>
        </a:prstGeom>
        <a:noFill/>
        <a:ln w="9525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0628A935-E308-4E77-88B6-5B5D09D3A783}">
      <dsp:nvSpPr>
        <dsp:cNvPr id="0" name=""/>
        <dsp:cNvSpPr/>
      </dsp:nvSpPr>
      <dsp:spPr>
        <a:xfrm>
          <a:off x="0" y="2683462"/>
          <a:ext cx="3024377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0C2D86B-A97C-4FD1-8D55-AA3BD8234241}">
      <dsp:nvSpPr>
        <dsp:cNvPr id="0" name=""/>
        <dsp:cNvSpPr/>
      </dsp:nvSpPr>
      <dsp:spPr>
        <a:xfrm>
          <a:off x="0" y="2683462"/>
          <a:ext cx="604875" cy="670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Self-healing</a:t>
          </a:r>
          <a:endParaRPr lang="en-US" sz="800" kern="1200" dirty="0"/>
        </a:p>
      </dsp:txBody>
      <dsp:txXfrm>
        <a:off x="0" y="2683462"/>
        <a:ext cx="604875" cy="670763"/>
      </dsp:txXfrm>
    </dsp:sp>
    <dsp:sp modelId="{72C5B6C4-86C0-4169-BE69-ACCC922244D2}">
      <dsp:nvSpPr>
        <dsp:cNvPr id="0" name=""/>
        <dsp:cNvSpPr/>
      </dsp:nvSpPr>
      <dsp:spPr>
        <a:xfrm>
          <a:off x="650241" y="2713921"/>
          <a:ext cx="2374136" cy="609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ea typeface="Calibri"/>
              <a:cs typeface="Calibri"/>
            </a:rPr>
            <a:t>Cloud resources will have health monitoring and unhealthy resources can be automatically remedied</a:t>
          </a:r>
        </a:p>
      </dsp:txBody>
      <dsp:txXfrm>
        <a:off x="650241" y="2713921"/>
        <a:ext cx="2374136" cy="609189"/>
      </dsp:txXfrm>
    </dsp:sp>
    <dsp:sp modelId="{71AC3ECC-960C-4AD0-8E95-D772AC39AE0B}">
      <dsp:nvSpPr>
        <dsp:cNvPr id="0" name=""/>
        <dsp:cNvSpPr/>
      </dsp:nvSpPr>
      <dsp:spPr>
        <a:xfrm>
          <a:off x="604875" y="3323110"/>
          <a:ext cx="2419502" cy="0"/>
        </a:xfrm>
        <a:prstGeom prst="line">
          <a:avLst/>
        </a:prstGeom>
        <a:noFill/>
        <a:ln w="9525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847AEF-B43A-49E6-BF94-618C3B93C6F3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6AF9D-EADF-4569-ABF0-28D565CBB303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A3BFD-DB4E-4516-BC29-D225B0B61B4B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Using AWS US East (N. Virginia) region</a:t>
          </a:r>
        </a:p>
      </dsp:txBody>
      <dsp:txXfrm>
        <a:off x="1612357" y="28723"/>
        <a:ext cx="2301898" cy="976563"/>
      </dsp:txXfrm>
    </dsp:sp>
    <dsp:sp modelId="{05CDF39B-97A7-4B50-9FC0-B1D9D0F702DC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662BB-AC7E-4D49-B913-342D1EE9E65A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82E60-6856-4E26-BB6F-ACB306090890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Load balancer</a:t>
          </a:r>
          <a:endParaRPr lang="en-US" sz="2300" kern="1200" dirty="0"/>
        </a:p>
      </dsp:txBody>
      <dsp:txXfrm>
        <a:off x="5501170" y="28723"/>
        <a:ext cx="2301898" cy="976563"/>
      </dsp:txXfrm>
    </dsp:sp>
    <dsp:sp modelId="{50CE3C58-5F58-4734-AFBD-1BA74D001E95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19D508-D532-409D-8FEE-F74E2F6285C7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1D6CD-5457-4A45-9250-D26F0F5EFAEC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Two-tier architecture</a:t>
          </a:r>
          <a:endParaRPr lang="en-US" sz="2300" kern="1200" dirty="0"/>
        </a:p>
      </dsp:txBody>
      <dsp:txXfrm>
        <a:off x="1612357" y="1774700"/>
        <a:ext cx="2301898" cy="976563"/>
      </dsp:txXfrm>
    </dsp:sp>
    <dsp:sp modelId="{C8E7D674-9103-4E4A-8481-07A62CF20763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015D78-8B6C-48DF-B4C8-23FEA2F23A9B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202D9-7265-4203-80E7-B606C5545C94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Auto scaling</a:t>
          </a:r>
          <a:endParaRPr lang="en-US" sz="2300" kern="1200" dirty="0"/>
        </a:p>
      </dsp:txBody>
      <dsp:txXfrm>
        <a:off x="5501170" y="1774700"/>
        <a:ext cx="2301898" cy="976563"/>
      </dsp:txXfrm>
    </dsp:sp>
    <dsp:sp modelId="{23F3451D-2FA7-417D-8498-99C46D5619AF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944F42-8565-4B1B-959C-D0E56AA4DA46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6E315-24B5-4F92-B2E7-EE12D2CA88FA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Self-healing</a:t>
          </a:r>
          <a:endParaRPr lang="en-US" sz="2300" kern="1200" dirty="0"/>
        </a:p>
      </dsp:txBody>
      <dsp:txXfrm>
        <a:off x="1612357" y="3520676"/>
        <a:ext cx="2301898" cy="976563"/>
      </dsp:txXfrm>
    </dsp:sp>
    <dsp:sp modelId="{1E6211D0-5646-4A7E-AC9B-D5CBFC5F6EA4}">
      <dsp:nvSpPr>
        <dsp:cNvPr id="0" name=""/>
        <dsp:cNvSpPr/>
      </dsp:nvSpPr>
      <dsp:spPr>
        <a:xfrm>
          <a:off x="4315344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B36E0-EE56-4437-9D7D-CC463F71A000}">
      <dsp:nvSpPr>
        <dsp:cNvPr id="0" name=""/>
        <dsp:cNvSpPr/>
      </dsp:nvSpPr>
      <dsp:spPr>
        <a:xfrm>
          <a:off x="4520422" y="3725754"/>
          <a:ext cx="566406" cy="566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325D2-A1B6-4E2D-9BF5-AEE1B10EC286}">
      <dsp:nvSpPr>
        <dsp:cNvPr id="0" name=""/>
        <dsp:cNvSpPr/>
      </dsp:nvSpPr>
      <dsp:spPr>
        <a:xfrm>
          <a:off x="5501170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</dsp:txBody>
      <dsp:txXfrm>
        <a:off x="5501170" y="3520676"/>
        <a:ext cx="2301898" cy="9765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3D59D-E529-4953-9924-A01F8BF28D61}">
      <dsp:nvSpPr>
        <dsp:cNvPr id="0" name=""/>
        <dsp:cNvSpPr/>
      </dsp:nvSpPr>
      <dsp:spPr>
        <a:xfrm>
          <a:off x="925095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E1C16-360D-4F5D-AE66-5CEDB5294E6B}">
      <dsp:nvSpPr>
        <dsp:cNvPr id="0" name=""/>
        <dsp:cNvSpPr/>
      </dsp:nvSpPr>
      <dsp:spPr>
        <a:xfrm>
          <a:off x="483752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Database type</a:t>
          </a:r>
        </a:p>
      </dsp:txBody>
      <dsp:txXfrm>
        <a:off x="483752" y="1420418"/>
        <a:ext cx="1604882" cy="641953"/>
      </dsp:txXfrm>
    </dsp:sp>
    <dsp:sp modelId="{B96479D0-48F5-4531-91A2-316B924719B3}">
      <dsp:nvSpPr>
        <dsp:cNvPr id="0" name=""/>
        <dsp:cNvSpPr/>
      </dsp:nvSpPr>
      <dsp:spPr>
        <a:xfrm>
          <a:off x="2810832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11511-750C-4BB2-9285-1E5F5DA4E95F}">
      <dsp:nvSpPr>
        <dsp:cNvPr id="0" name=""/>
        <dsp:cNvSpPr/>
      </dsp:nvSpPr>
      <dsp:spPr>
        <a:xfrm>
          <a:off x="2369489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Authentication method</a:t>
          </a:r>
        </a:p>
      </dsp:txBody>
      <dsp:txXfrm>
        <a:off x="2369489" y="1420418"/>
        <a:ext cx="1604882" cy="641953"/>
      </dsp:txXfrm>
    </dsp:sp>
    <dsp:sp modelId="{A84C6744-3870-46A8-B7BF-2954A6A6539F}">
      <dsp:nvSpPr>
        <dsp:cNvPr id="0" name=""/>
        <dsp:cNvSpPr/>
      </dsp:nvSpPr>
      <dsp:spPr>
        <a:xfrm>
          <a:off x="4696570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6866C-8882-421E-9B08-FA963DC63604}">
      <dsp:nvSpPr>
        <dsp:cNvPr id="0" name=""/>
        <dsp:cNvSpPr/>
      </dsp:nvSpPr>
      <dsp:spPr>
        <a:xfrm>
          <a:off x="4255227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Security compliance</a:t>
          </a:r>
        </a:p>
      </dsp:txBody>
      <dsp:txXfrm>
        <a:off x="4255227" y="1420418"/>
        <a:ext cx="1604882" cy="641953"/>
      </dsp:txXfrm>
    </dsp:sp>
    <dsp:sp modelId="{627E5ADF-DC81-413E-979D-DE475960E6F7}">
      <dsp:nvSpPr>
        <dsp:cNvPr id="0" name=""/>
        <dsp:cNvSpPr/>
      </dsp:nvSpPr>
      <dsp:spPr>
        <a:xfrm>
          <a:off x="6582307" y="426662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A530A-81CF-4588-864D-FC0C834462EB}">
      <dsp:nvSpPr>
        <dsp:cNvPr id="0" name=""/>
        <dsp:cNvSpPr/>
      </dsp:nvSpPr>
      <dsp:spPr>
        <a:xfrm>
          <a:off x="6140964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Backup strategy</a:t>
          </a:r>
        </a:p>
      </dsp:txBody>
      <dsp:txXfrm>
        <a:off x="6140964" y="1420418"/>
        <a:ext cx="1604882" cy="641953"/>
      </dsp:txXfrm>
    </dsp:sp>
    <dsp:sp modelId="{7C3366AA-B0FF-4A14-88A2-6D810F366A47}">
      <dsp:nvSpPr>
        <dsp:cNvPr id="0" name=""/>
        <dsp:cNvSpPr/>
      </dsp:nvSpPr>
      <dsp:spPr>
        <a:xfrm>
          <a:off x="3753701" y="2463591"/>
          <a:ext cx="722197" cy="7221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6A2AB-E026-49DE-9F5E-9D5A50BE4688}">
      <dsp:nvSpPr>
        <dsp:cNvPr id="0" name=""/>
        <dsp:cNvSpPr/>
      </dsp:nvSpPr>
      <dsp:spPr>
        <a:xfrm>
          <a:off x="3312358" y="3457346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Budget constraints</a:t>
          </a:r>
        </a:p>
      </dsp:txBody>
      <dsp:txXfrm>
        <a:off x="3312358" y="3457346"/>
        <a:ext cx="1604882" cy="6419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46D74-DC03-4E5C-A586-F3C7A5D076F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4A66B6-E740-4268-A2D7-1484C763A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5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team name TAG Cloud Architects formed from the first initials of the team members TAG, </a:t>
            </a:r>
            <a:r>
              <a:rPr lang="en-US" b="1" dirty="0"/>
              <a:t>T</a:t>
            </a:r>
            <a:r>
              <a:rPr lang="en-US" dirty="0"/>
              <a:t>erica </a:t>
            </a:r>
            <a:r>
              <a:rPr lang="en-US" b="1" dirty="0"/>
              <a:t>A</a:t>
            </a:r>
            <a:r>
              <a:rPr lang="en-US" dirty="0"/>
              <a:t>lexia </a:t>
            </a:r>
            <a:r>
              <a:rPr lang="en-US" b="1" dirty="0" err="1"/>
              <a:t>G</a:t>
            </a:r>
            <a:r>
              <a:rPr lang="en-US" dirty="0" err="1"/>
              <a:t>odpower</a:t>
            </a:r>
            <a:r>
              <a:rPr lang="en-US" dirty="0"/>
              <a:t>, but beyond that the name shows a structure and intentional approach to cloud architecture and is aligned with the industry best practices.</a:t>
            </a:r>
          </a:p>
          <a:p>
            <a:r>
              <a:rPr lang="en-US" dirty="0"/>
              <a:t>T.A.G. represents </a:t>
            </a:r>
            <a:r>
              <a:rPr lang="en-US" b="1" dirty="0"/>
              <a:t>Technology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dirty="0"/>
              <a:t>utomation and </a:t>
            </a:r>
            <a:r>
              <a:rPr lang="en-US" b="1" dirty="0"/>
              <a:t>G</a:t>
            </a:r>
            <a:r>
              <a:rPr lang="en-US" dirty="0"/>
              <a:t>rowth; this directly follows the key principles of the AWS Well Architected Framework.</a:t>
            </a:r>
          </a:p>
          <a:p>
            <a:r>
              <a:rPr lang="en-US" b="1" dirty="0"/>
              <a:t>Technology- </a:t>
            </a:r>
            <a:r>
              <a:rPr lang="en-US" b="0" dirty="0"/>
              <a:t>it is our goal to show Reliability and Security,  This ensures we focus on building  a resilient, highly available and secure cloud infrastructure</a:t>
            </a:r>
          </a:p>
          <a:p>
            <a:r>
              <a:rPr lang="en-US" b="1" dirty="0"/>
              <a:t>Automation </a:t>
            </a:r>
            <a:r>
              <a:rPr lang="en-US" b="0" dirty="0"/>
              <a:t> this is where we focus on the Operational Excellence and performance Efficiency.  This is a what to emphasize the use of cloud  native  functions such as auto scaling, monitoring and self healing systems that have the ability to improve efficiency and cut the manual input.</a:t>
            </a:r>
          </a:p>
          <a:p>
            <a:r>
              <a:rPr lang="en-US" b="1" dirty="0"/>
              <a:t>Growth </a:t>
            </a:r>
            <a:r>
              <a:rPr lang="en-US" b="0" dirty="0"/>
              <a:t>this shows </a:t>
            </a:r>
            <a:r>
              <a:rPr lang="en-US" b="0" u="sng" dirty="0"/>
              <a:t>Performance Efficiency and Cost Optimization </a:t>
            </a:r>
            <a:r>
              <a:rPr lang="en-US" b="0" u="none" dirty="0"/>
              <a:t>showing the solution can scale dynamically to meet increasing demand and maintain performance while controlling cost.</a:t>
            </a:r>
          </a:p>
          <a:p>
            <a:endParaRPr lang="en-US" b="0" u="none" dirty="0"/>
          </a:p>
          <a:p>
            <a:r>
              <a:rPr lang="en-US" b="0" u="none" dirty="0"/>
              <a:t>As the cloud architects it is our main goal is not only to solve the clients problem but to design a solution that is scalable, secure, cost-effective and aligned with the cloud architecture standards. This is a prideful name that illuminates the mindset and the value that we aim to provide to this project</a:t>
            </a:r>
            <a:endParaRPr lang="en-US" b="0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A66B6-E740-4268-A2D7-1484C763A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89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Terica Shepard, Alexia Hinton, </a:t>
            </a:r>
            <a:r>
              <a:rPr lang="en-US" dirty="0" err="1"/>
              <a:t>Godspower</a:t>
            </a:r>
            <a:r>
              <a:rPr lang="en-US" dirty="0"/>
              <a:t> </a:t>
            </a:r>
            <a:r>
              <a:rPr lang="en-US" dirty="0" err="1"/>
              <a:t>Oseratin</a:t>
            </a:r>
            <a:r>
              <a:rPr lang="en-US" dirty="0"/>
              <a:t> </a:t>
            </a:r>
            <a:r>
              <a:rPr lang="en-US" dirty="0" err="1"/>
              <a:t>Ogunseri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4A66B6-E740-4268-A2D7-1484C763A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40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security%20guard" TargetMode="External"/><Relationship Id="rId2" Type="http://schemas.openxmlformats.org/officeDocument/2006/relationships/image" Target="../media/image13.1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nfo.orcid.org/pt/O-registro-adicionado-turco-alem%C3%A3o-e-polon%C3%AAs-agora-suporta-95-dos-idiomas-dos-usu%C3%A1rios/" TargetMode="Externa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13" Type="http://schemas.openxmlformats.org/officeDocument/2006/relationships/diagramLayout" Target="../diagrams/layout5.xml"/><Relationship Id="rId3" Type="http://schemas.openxmlformats.org/officeDocument/2006/relationships/hyperlink" Target="https://www.perfmatrix.com/software-architecture-and-its-types/" TargetMode="External"/><Relationship Id="rId7" Type="http://schemas.openxmlformats.org/officeDocument/2006/relationships/hyperlink" Target="https://freesvg.org/router-emoji" TargetMode="External"/><Relationship Id="rId12" Type="http://schemas.openxmlformats.org/officeDocument/2006/relationships/diagramData" Target="../diagrams/data5.xml"/><Relationship Id="rId17" Type="http://schemas.openxmlformats.org/officeDocument/2006/relationships/hyperlink" Target="https://creativecommons.org/licenses/by-nc-nd/3.0/" TargetMode="External"/><Relationship Id="rId2" Type="http://schemas.openxmlformats.org/officeDocument/2006/relationships/image" Target="../media/image16.png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hyperlink" Target="https://www.scienceintheclassroom.org/research-papers/hydraulically-amplified-self-healing-electrostatic-actuators-muscle-performance" TargetMode="External"/><Relationship Id="rId5" Type="http://schemas.openxmlformats.org/officeDocument/2006/relationships/hyperlink" Target="https://storage.googleapis.com/drliavlensjcxe/aws-config-default-region.html" TargetMode="External"/><Relationship Id="rId15" Type="http://schemas.openxmlformats.org/officeDocument/2006/relationships/diagramColors" Target="../diagrams/colors5.xml"/><Relationship Id="rId10" Type="http://schemas.openxmlformats.org/officeDocument/2006/relationships/image" Target="../media/image20.jpg"/><Relationship Id="rId4" Type="http://schemas.openxmlformats.org/officeDocument/2006/relationships/image" Target="../media/image17.jpg"/><Relationship Id="rId9" Type="http://schemas.openxmlformats.org/officeDocument/2006/relationships/hyperlink" Target="https://jongseoung.tistory.com/320" TargetMode="External"/><Relationship Id="rId1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hyperlink" Target="https://apicciano.commons.gc.cuny.edu/2020/07/02/national-research-cloud-coming-would-spur-artificial-intelligence-development/" TargetMode="External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hyperlink" Target="https://creativecommons.org/licenses/by-nc-sa/3.0/" TargetMode="External"/><Relationship Id="rId9" Type="http://schemas.microsoft.com/office/2007/relationships/diagramDrawing" Target="../diagrams/drawin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utorialsdojo.com/aws-well-architected-framework-five-pillars/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logo for a cloud company&#10;&#10;AI-generated content may be incorrect.">
            <a:extLst>
              <a:ext uri="{FF2B5EF4-FFF2-40B4-BE49-F238E27FC236}">
                <a16:creationId xmlns:a16="http://schemas.microsoft.com/office/drawing/2014/main" id="{F00106D9-DE46-9FD3-1C91-0061F9C08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039" y="0"/>
            <a:ext cx="5631921" cy="37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0810" y="2685059"/>
            <a:ext cx="7772400" cy="1470025"/>
          </a:xfrm>
        </p:spPr>
        <p:txBody>
          <a:bodyPr/>
          <a:lstStyle/>
          <a:p>
            <a:r>
              <a:rPr lang="en-US" dirty="0"/>
              <a:t>TAG Cloud Architects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AWS Cloud Architecture Capstone Project</a:t>
            </a:r>
          </a:p>
          <a:p>
            <a:r>
              <a:rPr lang="en-US" dirty="0"/>
              <a:t>The </a:t>
            </a:r>
            <a:r>
              <a:rPr dirty="0"/>
              <a:t>Scalable S</a:t>
            </a:r>
            <a:r>
              <a:rPr lang="en-US" dirty="0"/>
              <a:t>olution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Team Members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20CB11-322A-6553-846D-8F52376936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867081"/>
              </p:ext>
            </p:extLst>
          </p:nvPr>
        </p:nvGraphicFramePr>
        <p:xfrm>
          <a:off x="483042" y="2431508"/>
          <a:ext cx="8195871" cy="4058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59EE1E-4AAD-A4F2-47B3-405F4ECB2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57423"/>
              </p:ext>
            </p:extLst>
          </p:nvPr>
        </p:nvGraphicFramePr>
        <p:xfrm>
          <a:off x="3456285" y="2664176"/>
          <a:ext cx="2330776" cy="407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776">
                  <a:extLst>
                    <a:ext uri="{9D8B030D-6E8A-4147-A177-3AD203B41FA5}">
                      <a16:colId xmlns:a16="http://schemas.microsoft.com/office/drawing/2014/main" val="3898083556"/>
                    </a:ext>
                  </a:extLst>
                </a:gridCol>
              </a:tblGrid>
              <a:tr h="407924">
                <a:tc>
                  <a:txBody>
                    <a:bodyPr/>
                    <a:lstStyle/>
                    <a:p>
                      <a:r>
                        <a:rPr lang="en-US" sz="2000" dirty="0"/>
                        <a:t>Requirements Lead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1401951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85B784-9324-D022-FC5B-27DD9F7C8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532821"/>
              </p:ext>
            </p:extLst>
          </p:nvPr>
        </p:nvGraphicFramePr>
        <p:xfrm>
          <a:off x="6321712" y="5192014"/>
          <a:ext cx="253107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072">
                  <a:extLst>
                    <a:ext uri="{9D8B030D-6E8A-4147-A177-3AD203B41FA5}">
                      <a16:colId xmlns:a16="http://schemas.microsoft.com/office/drawing/2014/main" val="1968747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Build the Gaps Document</a:t>
                      </a:r>
                    </a:p>
                    <a:p>
                      <a:endParaRPr lang="en-US" sz="12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Identify 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Missing requirements 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Validate Assumptions 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Risks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Prepare Questions for the client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7436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A5E50A-26D0-8F9D-4841-9F7BC4EF4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877123"/>
              </p:ext>
            </p:extLst>
          </p:nvPr>
        </p:nvGraphicFramePr>
        <p:xfrm>
          <a:off x="6156992" y="2585720"/>
          <a:ext cx="2330776" cy="407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776">
                  <a:extLst>
                    <a:ext uri="{9D8B030D-6E8A-4147-A177-3AD203B41FA5}">
                      <a16:colId xmlns:a16="http://schemas.microsoft.com/office/drawing/2014/main" val="3898083556"/>
                    </a:ext>
                  </a:extLst>
                </a:gridCol>
              </a:tblGrid>
              <a:tr h="40792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Gaps  Lead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14019510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27D1BE-C8E5-A7D9-644E-89A33F8DC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207600"/>
              </p:ext>
            </p:extLst>
          </p:nvPr>
        </p:nvGraphicFramePr>
        <p:xfrm>
          <a:off x="373286" y="2385902"/>
          <a:ext cx="2895424" cy="710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424">
                  <a:extLst>
                    <a:ext uri="{9D8B030D-6E8A-4147-A177-3AD203B41FA5}">
                      <a16:colId xmlns:a16="http://schemas.microsoft.com/office/drawing/2014/main" val="3898083556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r>
                        <a:rPr lang="en-US" sz="2000" dirty="0"/>
                        <a:t>Team Lead / Integration / Quality Control</a:t>
                      </a:r>
                    </a:p>
                  </a:txBody>
                  <a:tcPr marT="50292" marB="50292"/>
                </a:tc>
                <a:extLst>
                  <a:ext uri="{0D108BD9-81ED-4DB2-BD59-A6C34878D82A}">
                    <a16:rowId xmlns:a16="http://schemas.microsoft.com/office/drawing/2014/main" val="114019510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1C94FF2-9002-6F54-E3B4-9E0A9345D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950889"/>
              </p:ext>
            </p:extLst>
          </p:nvPr>
        </p:nvGraphicFramePr>
        <p:xfrm>
          <a:off x="3396128" y="5192014"/>
          <a:ext cx="2665986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5986">
                  <a:extLst>
                    <a:ext uri="{9D8B030D-6E8A-4147-A177-3AD203B41FA5}">
                      <a16:colId xmlns:a16="http://schemas.microsoft.com/office/drawing/2014/main" val="1968747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/>
                        <a:t>Review and determine all requirements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50" dirty="0"/>
                        <a:t>Organize  </a:t>
                      </a:r>
                    </a:p>
                    <a:p>
                      <a:pPr marL="628650" marR="0" lvl="1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50" dirty="0"/>
                        <a:t>Functional</a:t>
                      </a:r>
                    </a:p>
                    <a:p>
                      <a:pPr marL="628650" marR="0" lvl="1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50" dirty="0"/>
                        <a:t>Non-Functional</a:t>
                      </a:r>
                    </a:p>
                    <a:p>
                      <a:pPr marL="628650" marR="0" lvl="1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50" dirty="0"/>
                        <a:t>Technical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50" dirty="0"/>
                        <a:t>Ensure all items are addressed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7436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BA403F6-3B62-2798-187E-4356D9B6F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521949"/>
              </p:ext>
            </p:extLst>
          </p:nvPr>
        </p:nvGraphicFramePr>
        <p:xfrm>
          <a:off x="550500" y="5194514"/>
          <a:ext cx="253107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072">
                  <a:extLst>
                    <a:ext uri="{9D8B030D-6E8A-4147-A177-3AD203B41FA5}">
                      <a16:colId xmlns:a16="http://schemas.microsoft.com/office/drawing/2014/main" val="1968747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Manager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Coordinate team progress set deadlines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Validate formatting is without error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Brief all concerns to the </a:t>
                      </a:r>
                      <a:r>
                        <a:rPr lang="en-US" sz="1200" dirty="0" err="1"/>
                        <a:t>Clien</a:t>
                      </a:r>
                      <a:r>
                        <a:rPr lang="en-US" sz="1200" dirty="0"/>
                        <a:t> (professor)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7436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D299930-6915-AFF4-02C4-F370F91F84EB}"/>
              </a:ext>
            </a:extLst>
          </p:cNvPr>
          <p:cNvSpPr txBox="1"/>
          <p:nvPr/>
        </p:nvSpPr>
        <p:spPr>
          <a:xfrm>
            <a:off x="929390" y="4572004"/>
            <a:ext cx="1558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Terica Shepard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B80641-118E-7BED-4353-857FF242AC23}"/>
              </a:ext>
            </a:extLst>
          </p:cNvPr>
          <p:cNvSpPr txBox="1"/>
          <p:nvPr/>
        </p:nvSpPr>
        <p:spPr>
          <a:xfrm>
            <a:off x="3899938" y="4649454"/>
            <a:ext cx="143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Alexia Hinton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07D432-5C53-F5C7-8C83-8795E1FBB5C5}"/>
              </a:ext>
            </a:extLst>
          </p:cNvPr>
          <p:cNvSpPr txBox="1"/>
          <p:nvPr/>
        </p:nvSpPr>
        <p:spPr>
          <a:xfrm>
            <a:off x="6208432" y="4619474"/>
            <a:ext cx="300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Godspower</a:t>
            </a:r>
            <a:r>
              <a:rPr lang="en-US" dirty="0"/>
              <a:t> </a:t>
            </a:r>
            <a:r>
              <a:rPr lang="en-US" dirty="0" err="1"/>
              <a:t>Oseratin</a:t>
            </a:r>
            <a:r>
              <a:rPr lang="en-US" dirty="0"/>
              <a:t> </a:t>
            </a:r>
            <a:r>
              <a:rPr lang="en-US" dirty="0" err="1"/>
              <a:t>Ogunseri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Project Objective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0CBA49-BFAF-D585-BAFD-475BE5996F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7669048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Requirements Gathering Process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5A42AC-7A05-5F29-193C-5824E45DD4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70446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A60BF-0D51-10B7-9703-D5D94923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Current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77316F-72EC-693C-1324-893157F1C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68" y="2535719"/>
            <a:ext cx="8495662" cy="331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1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D2A8B-7CCE-01C3-2EB7-29B80128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7A4F04-7B05-6DE2-2F76-09CDC812C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1" y="4018137"/>
            <a:ext cx="3803416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System Current State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75F58E-562B-993F-3EA8-D5F29A22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9" y="898408"/>
            <a:ext cx="8132299" cy="2703989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7613133" y="4270841"/>
            <a:ext cx="1423414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2381A-7DBA-AE82-4294-66C5B22EA63B}"/>
              </a:ext>
            </a:extLst>
          </p:cNvPr>
          <p:cNvSpPr txBox="1"/>
          <p:nvPr/>
        </p:nvSpPr>
        <p:spPr>
          <a:xfrm>
            <a:off x="4443978" y="4018143"/>
            <a:ext cx="4161833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Single Virtual Machine creates a single point of failure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No High availability for web tier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Limited ability to scale during peak admission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Performance bottleneck from combined application processing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Increased security and operational risk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Increased security and operational risk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solidFill>
                <a:schemeClr val="bg1"/>
              </a:solidFill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63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C7A7-ADF6-F002-889E-B0E7CD2B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pic>
        <p:nvPicPr>
          <p:cNvPr id="4" name="Picture 2" descr="A logo for a cloud company&#10;&#10;AI-generated content may be incorrect.">
            <a:extLst>
              <a:ext uri="{FF2B5EF4-FFF2-40B4-BE49-F238E27FC236}">
                <a16:creationId xmlns:a16="http://schemas.microsoft.com/office/drawing/2014/main" id="{77C01B3C-9CA9-7671-70C5-1B5EDB5195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156" y="1600200"/>
            <a:ext cx="6793688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7889E8-E92E-BC4A-F090-15DCFB9C49D2}"/>
              </a:ext>
            </a:extLst>
          </p:cNvPr>
          <p:cNvSpPr txBox="1">
            <a:spLocks/>
          </p:cNvSpPr>
          <p:nvPr/>
        </p:nvSpPr>
        <p:spPr>
          <a:xfrm>
            <a:off x="609600" y="553576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Questions????</a:t>
            </a:r>
          </a:p>
        </p:txBody>
      </p:sp>
    </p:spTree>
    <p:extLst>
      <p:ext uri="{BB962C8B-B14F-4D97-AF65-F5344CB8AC3E}">
        <p14:creationId xmlns:p14="http://schemas.microsoft.com/office/powerpoint/2010/main" val="1667507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BC8FA-0900-7882-3C74-F9AC2B84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86BE1-13E3-A2D9-C15E-996A5E61D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863" r="2197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62B59-14AA-6D53-5A2E-6CECBBE2B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Identify </a:t>
            </a:r>
            <a:br>
              <a:rPr lang="en-US" sz="3500"/>
            </a:br>
            <a:endParaRPr lang="en-US" sz="3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320A6-5A5B-8BEC-968A-7D03589BC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69" y="2743200"/>
            <a:ext cx="4555958" cy="3496878"/>
          </a:xfrm>
        </p:spPr>
        <p:txBody>
          <a:bodyPr anchor="ctr">
            <a:normAutofit/>
          </a:bodyPr>
          <a:lstStyle/>
          <a:p>
            <a:pPr>
              <a:buSzPct val="75000"/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en-US" sz="2800" dirty="0"/>
              <a:t>Functional Requirements</a:t>
            </a:r>
          </a:p>
          <a:p>
            <a:pPr>
              <a:buSzPct val="75000"/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en-US" sz="2800" dirty="0"/>
              <a:t>Non-Functional Requirements </a:t>
            </a:r>
          </a:p>
          <a:p>
            <a:pPr>
              <a:buSzPct val="75000"/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en-US" sz="2800" dirty="0"/>
              <a:t>Technical Requirements</a:t>
            </a:r>
          </a:p>
          <a:p>
            <a:pPr>
              <a:buSzPct val="75000"/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en-US" sz="2800" dirty="0"/>
              <a:t>Gaps Identified</a:t>
            </a:r>
          </a:p>
        </p:txBody>
      </p:sp>
    </p:spTree>
    <p:extLst>
      <p:ext uri="{BB962C8B-B14F-4D97-AF65-F5344CB8AC3E}">
        <p14:creationId xmlns:p14="http://schemas.microsoft.com/office/powerpoint/2010/main" val="3826620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Functional Requirements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3651226-33B9-219F-1F18-9D17198E0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88191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/>
              <a:t>Non-Functional Requirements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High availability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sz="1800" dirty="0">
                <a:ea typeface="Calibri"/>
                <a:cs typeface="Calibri"/>
              </a:rPr>
              <a:t>Minimizes downtime with multiple instances and database replicas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Scalability and Performance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sz="1800" dirty="0">
                <a:ea typeface="Calibri"/>
                <a:cs typeface="Calibri"/>
              </a:rPr>
              <a:t>Must support an average of 2000 users per day and handle load spikes smoothly &amp; automatically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Security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sz="1800" dirty="0">
                <a:ea typeface="Calibri"/>
                <a:cs typeface="Calibri"/>
              </a:rPr>
              <a:t>Protection against data breaches and tampering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Cost efficiency</a:t>
            </a:r>
          </a:p>
          <a:p>
            <a:pPr lvl="1">
              <a:lnSpc>
                <a:spcPct val="90000"/>
              </a:lnSpc>
              <a:buFont typeface="Courier New"/>
              <a:buChar char="o"/>
            </a:pPr>
            <a:r>
              <a:rPr lang="en-US" sz="1800" dirty="0">
                <a:ea typeface="Calibri"/>
                <a:cs typeface="Calibri"/>
              </a:rPr>
              <a:t>We'll take advantage of the Cloud infrastructure to use only what we need, resulting in reduced cost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1A92CF6E-9E11-65CB-DD67-8E98A77CA5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56" r="29982" b="2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E2840-69B3-F017-A8F3-4F17AC5D6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219C-DFA2-5921-FD97-21A2E821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332" y="4928180"/>
            <a:ext cx="2640841" cy="1286354"/>
          </a:xfrm>
        </p:spPr>
        <p:txBody>
          <a:bodyPr>
            <a:normAutofit/>
          </a:bodyPr>
          <a:lstStyle/>
          <a:p>
            <a:pPr algn="r"/>
            <a:r>
              <a:rPr lang="en-US" sz="3300" dirty="0"/>
              <a:t>Technical Requirements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DF8AE6E-38CD-4B2A-8E02-F099DD30E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594" y="629042"/>
            <a:ext cx="912912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46FF007-0174-9F6F-A6B4-B992F50DE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490" r="5" b="21570"/>
          <a:stretch>
            <a:fillRect/>
          </a:stretch>
        </p:blipFill>
        <p:spPr>
          <a:xfrm>
            <a:off x="562970" y="809768"/>
            <a:ext cx="706571" cy="498083"/>
          </a:xfrm>
          <a:prstGeom prst="rect">
            <a:avLst/>
          </a:prstGeom>
        </p:spPr>
      </p:pic>
      <p:sp>
        <p:nvSpPr>
          <p:cNvPr id="178" name="Right Triangle 177">
            <a:extLst>
              <a:ext uri="{FF2B5EF4-FFF2-40B4-BE49-F238E27FC236}">
                <a16:creationId xmlns:a16="http://schemas.microsoft.com/office/drawing/2014/main" id="{23293907-0F26-4752-BCD0-3AC2C5026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3798" y="635538"/>
            <a:ext cx="510306" cy="84974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1E32D174-F8A9-4FF0-8888-1B4F5E184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052" y="621519"/>
            <a:ext cx="3024378" cy="2203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69201C5-687E-46FB-BA72-23BA40BFE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830" y="2848090"/>
            <a:ext cx="1754306" cy="34160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339141A8-FDFD-4ABE-A499-72C9669F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64157" y="1286480"/>
            <a:ext cx="1371600" cy="1767583"/>
          </a:xfrm>
          <a:custGeom>
            <a:avLst/>
            <a:gdLst>
              <a:gd name="connsiteX0" fmla="*/ 0 w 1371600"/>
              <a:gd name="connsiteY0" fmla="*/ 0 h 2356777"/>
              <a:gd name="connsiteX1" fmla="*/ 0 w 1371600"/>
              <a:gd name="connsiteY1" fmla="*/ 1216152 h 2356777"/>
              <a:gd name="connsiteX2" fmla="*/ 4495 w 1371600"/>
              <a:gd name="connsiteY2" fmla="*/ 1216152 h 2356777"/>
              <a:gd name="connsiteX3" fmla="*/ 4495 w 1371600"/>
              <a:gd name="connsiteY3" fmla="*/ 2356777 h 2356777"/>
              <a:gd name="connsiteX4" fmla="*/ 1367105 w 1371600"/>
              <a:gd name="connsiteY4" fmla="*/ 2356777 h 2356777"/>
              <a:gd name="connsiteX5" fmla="*/ 1367105 w 1371600"/>
              <a:gd name="connsiteY5" fmla="*/ 1216152 h 2356777"/>
              <a:gd name="connsiteX6" fmla="*/ 1371600 w 1371600"/>
              <a:gd name="connsiteY6" fmla="*/ 1216152 h 2356777"/>
              <a:gd name="connsiteX7" fmla="*/ 1367105 w 1371600"/>
              <a:gd name="connsiteY7" fmla="*/ 1212166 h 2356777"/>
              <a:gd name="connsiteX8" fmla="*/ 1367105 w 1371600"/>
              <a:gd name="connsiteY8" fmla="*/ 1210176 h 2356777"/>
              <a:gd name="connsiteX9" fmla="*/ 1364860 w 1371600"/>
              <a:gd name="connsiteY9" fmla="*/ 1210176 h 235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71600" h="2356777">
                <a:moveTo>
                  <a:pt x="0" y="0"/>
                </a:moveTo>
                <a:lnTo>
                  <a:pt x="0" y="1216152"/>
                </a:lnTo>
                <a:lnTo>
                  <a:pt x="4495" y="1216152"/>
                </a:lnTo>
                <a:lnTo>
                  <a:pt x="4495" y="2356777"/>
                </a:lnTo>
                <a:lnTo>
                  <a:pt x="1367105" y="2356777"/>
                </a:lnTo>
                <a:lnTo>
                  <a:pt x="1367105" y="1216152"/>
                </a:lnTo>
                <a:lnTo>
                  <a:pt x="1371600" y="1216152"/>
                </a:lnTo>
                <a:lnTo>
                  <a:pt x="1367105" y="1212166"/>
                </a:lnTo>
                <a:lnTo>
                  <a:pt x="1367105" y="1210176"/>
                </a:lnTo>
                <a:lnTo>
                  <a:pt x="1364860" y="1210176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8A439E11-755A-4258-859D-56A6B6AFC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33779" y="1485831"/>
            <a:ext cx="1493203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9D61F2-1061-A2A1-D912-800AEEFD3C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9725" r="19966" b="2"/>
          <a:stretch>
            <a:fillRect/>
          </a:stretch>
        </p:blipFill>
        <p:spPr>
          <a:xfrm>
            <a:off x="2454001" y="1589964"/>
            <a:ext cx="1039704" cy="1162460"/>
          </a:xfrm>
          <a:prstGeom prst="rect">
            <a:avLst/>
          </a:prstGeom>
        </p:spPr>
      </p:pic>
      <p:sp>
        <p:nvSpPr>
          <p:cNvPr id="188" name="Right Triangle 187">
            <a:extLst>
              <a:ext uri="{FF2B5EF4-FFF2-40B4-BE49-F238E27FC236}">
                <a16:creationId xmlns:a16="http://schemas.microsoft.com/office/drawing/2014/main" id="{E916EF49-F958-4F28-A999-F8FA8D09A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05121" y="2437565"/>
            <a:ext cx="244200" cy="406635"/>
          </a:xfrm>
          <a:prstGeom prst="rtTriangle">
            <a:avLst/>
          </a:prstGeom>
          <a:solidFill>
            <a:srgbClr val="2094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FA4BFF-8B08-CAFA-0AF4-FFAB70D967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12819" r="12181"/>
          <a:stretch>
            <a:fillRect/>
          </a:stretch>
        </p:blipFill>
        <p:spPr>
          <a:xfrm>
            <a:off x="589535" y="3529598"/>
            <a:ext cx="1524162" cy="2032216"/>
          </a:xfrm>
          <a:prstGeom prst="rect">
            <a:avLst/>
          </a:prstGeom>
        </p:spPr>
      </p:pic>
      <p:sp>
        <p:nvSpPr>
          <p:cNvPr id="190" name="Right Triangle 189">
            <a:extLst>
              <a:ext uri="{FF2B5EF4-FFF2-40B4-BE49-F238E27FC236}">
                <a16:creationId xmlns:a16="http://schemas.microsoft.com/office/drawing/2014/main" id="{A7665D74-DFEA-412C-928C-F090E6708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702799" y="3379588"/>
            <a:ext cx="1881096" cy="819195"/>
          </a:xfrm>
          <a:prstGeom prst="rtTriangl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3E84BD56-679D-4E0C-9C9B-D694ABF0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4425" y="2843319"/>
            <a:ext cx="2606040" cy="1883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ight Triangle 193">
            <a:extLst>
              <a:ext uri="{FF2B5EF4-FFF2-40B4-BE49-F238E27FC236}">
                <a16:creationId xmlns:a16="http://schemas.microsoft.com/office/drawing/2014/main" id="{2335FEDF-EF88-4E68-9CF7-5A72EF32A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20326" y="1488222"/>
            <a:ext cx="819195" cy="1364098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5EE8151-28D6-431D-D3BB-D6DA5B30FE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l="44874" r="17625" b="-2"/>
          <a:stretch>
            <a:fillRect/>
          </a:stretch>
        </p:blipFill>
        <p:spPr>
          <a:xfrm>
            <a:off x="6457017" y="798247"/>
            <a:ext cx="1407544" cy="187671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53253BF-8093-FFB8-00B9-5BAC882EC0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l="8818" r="45272" b="-1"/>
          <a:stretch>
            <a:fillRect/>
          </a:stretch>
        </p:blipFill>
        <p:spPr>
          <a:xfrm>
            <a:off x="3652916" y="2979485"/>
            <a:ext cx="1409057" cy="1611332"/>
          </a:xfrm>
          <a:prstGeom prst="rect">
            <a:avLst/>
          </a:prstGeom>
        </p:spPr>
      </p:pic>
      <p:sp>
        <p:nvSpPr>
          <p:cNvPr id="196" name="Right Triangle 195">
            <a:extLst>
              <a:ext uri="{FF2B5EF4-FFF2-40B4-BE49-F238E27FC236}">
                <a16:creationId xmlns:a16="http://schemas.microsoft.com/office/drawing/2014/main" id="{837A7BE2-DF08-4ECE-A520-13927DBF4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00281" y="5087080"/>
            <a:ext cx="1495517" cy="837806"/>
          </a:xfrm>
          <a:prstGeom prst="rtTriangle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25EF45-F3C0-9B24-105B-A1FFB4156D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543934"/>
              </p:ext>
            </p:extLst>
          </p:nvPr>
        </p:nvGraphicFramePr>
        <p:xfrm>
          <a:off x="5891472" y="3153048"/>
          <a:ext cx="3024378" cy="3354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9C11563D-BBD6-9303-B4BF-CCD25938A0E4}"/>
              </a:ext>
            </a:extLst>
          </p:cNvPr>
          <p:cNvSpPr txBox="1"/>
          <p:nvPr/>
        </p:nvSpPr>
        <p:spPr>
          <a:xfrm>
            <a:off x="6684673" y="6657945"/>
            <a:ext cx="245932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11" tooltip="https://www.scienceintheclassroom.org/research-papers/hydraulically-amplified-self-healing-electrostatic-actuators-muscle-perform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17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907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Technical Requirements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4C7507-5B55-F6C4-7D27-002A134F5D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02629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A03E87F-0468-FE81-831B-1B59C2FF41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B593B9-D6C2-3E6A-8F36-9DD0BBD7792B}"/>
              </a:ext>
            </a:extLst>
          </p:cNvPr>
          <p:cNvSpPr txBox="1"/>
          <p:nvPr/>
        </p:nvSpPr>
        <p:spPr>
          <a:xfrm>
            <a:off x="0" y="6477000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apicciano.commons.gc.cuny.edu/2020/07/02/national-research-cloud-coming-would-spur-artificial-intelligence-development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Gaps Identified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564B52-B84D-5497-A9E0-924E32E7AB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38163"/>
            <a:ext cx="2765618" cy="2106333"/>
          </a:xfrm>
        </p:spPr>
        <p:txBody>
          <a:bodyPr anchor="t">
            <a:normAutofit/>
          </a:bodyPr>
          <a:lstStyle/>
          <a:p>
            <a:r>
              <a:rPr lang="en-US" sz="2800"/>
              <a:t>AWS Well-Architected Alignment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F4A1C-1E02-7546-819C-B9F86F5FE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3846"/>
          <a:stretch>
            <a:fillRect/>
          </a:stretch>
        </p:blipFill>
        <p:spPr>
          <a:xfrm>
            <a:off x="-1" y="10"/>
            <a:ext cx="9144001" cy="34289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EC81CC9-EAC3-3907-9268-3A583E3B6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700" y="3401858"/>
            <a:ext cx="91554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5915B0-4647-B7BB-3CDF-D62A16FCB0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416CD1-48B0-ADCA-33F6-A12FBD9EE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6159" y="4088724"/>
            <a:ext cx="4509191" cy="2171405"/>
          </a:xfrm>
        </p:spPr>
        <p:txBody>
          <a:bodyPr anchor="t">
            <a:normAutofit/>
          </a:bodyPr>
          <a:lstStyle/>
          <a:p>
            <a:r>
              <a:rPr lang="en-US" sz="1700"/>
              <a:t>Reliability: Availability</a:t>
            </a:r>
          </a:p>
          <a:p>
            <a:r>
              <a:rPr lang="en-US" sz="1700"/>
              <a:t>Performance Efficiency: Performance &amp; Scaling</a:t>
            </a:r>
          </a:p>
          <a:p>
            <a:r>
              <a:rPr lang="en-US" sz="1700"/>
              <a:t>Security: Data protection</a:t>
            </a:r>
          </a:p>
          <a:p>
            <a:r>
              <a:rPr lang="en-US" sz="1700"/>
              <a:t>Cost Optimization: Cost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a5be20-dc39-4186-a780-7e1bcec99d18}" enabled="1" method="Standard" siteId="{c5063431-d7f2-48db-ac62-eaeaa2e0bf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5164</TotalTime>
  <Words>689</Words>
  <Application>Microsoft Office PowerPoint</Application>
  <PresentationFormat>On-screen Show (4:3)</PresentationFormat>
  <Paragraphs>114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Courier New</vt:lpstr>
      <vt:lpstr>Office Theme</vt:lpstr>
      <vt:lpstr>TAG Cloud Architects</vt:lpstr>
      <vt:lpstr>Team Members</vt:lpstr>
      <vt:lpstr>Project Objective</vt:lpstr>
      <vt:lpstr>Requirements Gathering Process</vt:lpstr>
      <vt:lpstr>Current System</vt:lpstr>
      <vt:lpstr> System Current State</vt:lpstr>
      <vt:lpstr>Thank You </vt:lpstr>
      <vt:lpstr>Identify  </vt:lpstr>
      <vt:lpstr>Functional Requirements</vt:lpstr>
      <vt:lpstr>Non-Functional Requirements</vt:lpstr>
      <vt:lpstr>Technical Requirements</vt:lpstr>
      <vt:lpstr>Technical Requirements</vt:lpstr>
      <vt:lpstr>Gaps Identified</vt:lpstr>
      <vt:lpstr>AWS Well-Architected Alignment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 Cloud Architecture</dc:title>
  <dc:subject/>
  <dc:creator>Collin Student;Terica Alexia and Terica Shepard;Alexia Hinton;Godspower Oseratin Ogunseri</dc:creator>
  <cp:keywords>Terica Alexia and Terica Shepard, Alexia Hinton, Godspower Oseratin Ogunseri</cp:keywords>
  <dc:description>generated using python-pptx</dc:description>
  <cp:lastModifiedBy>Terica Shepard</cp:lastModifiedBy>
  <cp:revision>18</cp:revision>
  <dcterms:created xsi:type="dcterms:W3CDTF">2013-01-27T09:14:16Z</dcterms:created>
  <dcterms:modified xsi:type="dcterms:W3CDTF">2026-03-30T01:23:25Z</dcterms:modified>
  <cp:category>Capstone</cp:category>
</cp:coreProperties>
</file>